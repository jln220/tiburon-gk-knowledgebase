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3" r:id="rId3"/>
    <p:sldId id="260" r:id="rId4"/>
    <p:sldId id="258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1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113A1-0DF2-420A-A697-7365839BFD6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9519D-8B25-46A9-8227-A4262E843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9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9519D-8B25-46A9-8227-A4262E8433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6913-D53D-AC2F-7F47-F47C6901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3BBD4-9FC2-2897-33A7-1ADCC2A39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ED667-4F6C-13EE-F6B2-8352B3919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606FA-B55F-8D65-58E8-387588D4F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9519D-8B25-46A9-8227-A4262E8433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8E17-56A0-A72E-2E35-B25DFF4A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2BB78-90EE-FA8E-D67D-7517A8495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AB4B9-0681-D068-81AE-5AC5D2991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505E3-1A10-1BD9-9C4A-33A3A95B7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9519D-8B25-46A9-8227-A4262E8433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8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5D15-3F86-76B2-BF4C-AA994E1A6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6D0E6-D102-BAFE-3FBE-067BB809B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2C076-C0EA-E479-7143-B07ADC2D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4381D-0E96-3E1F-2198-CFB00443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6E005-7A8B-D3E2-40B2-E4E2E963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5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A9BB8-F684-10E8-91E8-6792B81D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54D4A-76DA-E45C-7405-7D88EFFB2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E1BE3-BF9E-9863-A0DD-AE36DE3C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FA68-7263-EFA3-65ED-37B8E350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C6AA0-BA30-8E29-BADD-2A2FADF1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1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D763-6872-1312-A227-18E0ED17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0667D-DB76-463A-AD4D-CDF820DAF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6C6AD-EBE2-31F6-E016-B777F44C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B9FF8-AABA-03C8-4075-A3444E5B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FBBC6-3FFD-AB1A-35EF-803C477A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8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5C06-2C2D-539C-E4F2-C289B1D93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A938-B7BA-F721-1E9A-319336301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00B4E-EB95-E0CD-3C94-1282825E1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B10C8-696B-D56F-201B-2FE1C4DC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030C8-97C5-383F-9F1B-6B9740CD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05CF1-32FA-E3CE-6C7B-5384DD96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6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7C36-CC0C-F200-5204-2A44868F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B239E-E5AA-137D-DB43-4A98605ED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68B6D-EE1C-3F36-603A-7CEC0A1A2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7AD8D1-3CE3-A7EC-448F-448F8A709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52CB7-8AB9-E93C-951A-FE93EBFFC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4A896-34EF-E9A4-3C02-92232FA5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6DE76-FB40-F663-A268-C3CF366D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C36BD-4FE0-F959-AF4D-ECC15F73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2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E9F3-CD04-1250-A800-D9449108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E83CA-F4DE-80D7-BB80-2B754727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4ABE4-7160-5592-02D0-CA5D568F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B60F3-3BEE-86D9-22A6-21229C1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6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C1009-7A34-2ABF-93D4-F5224AC9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5F12D-31F7-40C7-E922-44D053FA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1EFF-3588-A8FB-3F3E-58A719C4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7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4AE5-33EF-2A3F-F55D-24095612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67A6F-751F-15B2-7C8F-56B8C9C03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3DFB9-F491-2FAD-E91D-A2D4A2B6A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2050F-551B-19E5-4355-A75EADFB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0CE7B-A38A-0985-98A8-7302D24F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16277-D911-C248-2251-C32CDB0A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C329B-376F-06F5-BDFB-4B74390D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B2070C-E207-3B42-96A2-9FFA741A8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5D7E9-C2FB-F87F-3CF9-04A0D14AB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ACE38-6440-FB29-0BF8-AD00AD36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4E091-72D8-0384-CE9B-D44E5E651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35F33-97E8-0673-E4B3-8D2DFB86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8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0683-E470-38CC-F6C9-8624B470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F3CA2-D2B7-3E2A-366A-8C0703F77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FCD48-E01E-EB82-1B36-20ABB455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F14B7-5284-5810-A524-95BD8D5E4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3B387-6B4E-49AE-F39B-49A55F126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5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AEFAF-6A6E-58CE-617E-450C522E3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9051A-867B-880E-3F94-C3A7C2D0F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F21E9-59A6-4C4E-97A6-1520D184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EA9C1-42A9-A603-2511-2B946C47E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75A04-C733-41F5-07D2-A97B42C0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8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F3750-D892-106E-B34B-052A086C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8F1A9-71C8-DAE2-3E73-0C19ED048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2CBC9-DE3E-1539-7362-11501607D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01AEB-D9FE-4FA7-84D9-15C03ABCD6B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95652-8EDB-F590-9EE1-A77225555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3963A-2904-2F08-7409-C9BFFB070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C8150-E376-4113-B31B-C5AB4280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2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performance.com/products/torque-solution-6an-fuel-rail-adapter-fitting-multiple-fitments-ts-ev-428?gc_id=21952589218&amp;h_ga_id=174717379601&amp;h_ad_id=722958003486&amp;h_keyword_id=pla-325431166274&amp;h_keyword=&amp;h_placement=&amp;gad_source=1&amp;gad_campaignid=21952589218&amp;gbraid=0AAAAAD-q6htxiL7U1Kd16FIqqU_8aEwcA&amp;gclid=CjwKCAjwr5_CBhBlEiwAzfwYuGCBL1NokYEQ7WL53pjvtGCEajErPZEP5HvULrjsOFYq323APkZ1ghoCgO8QAvD_BwE" TargetMode="External"/><Relationship Id="rId13" Type="http://schemas.openxmlformats.org/officeDocument/2006/relationships/image" Target="../media/image3.jpeg"/><Relationship Id="rId18" Type="http://schemas.openxmlformats.org/officeDocument/2006/relationships/image" Target="../media/image8.jpeg"/><Relationship Id="rId3" Type="http://schemas.openxmlformats.org/officeDocument/2006/relationships/hyperlink" Target="https://www.radiumauto.com/Fuel-Pump-Outlet-Adapters-P1041.aspx" TargetMode="External"/><Relationship Id="rId21" Type="http://schemas.openxmlformats.org/officeDocument/2006/relationships/image" Target="../media/image10.jpeg"/><Relationship Id="rId7" Type="http://schemas.openxmlformats.org/officeDocument/2006/relationships/hyperlink" Target="https://www.radiumauto.com/FPRD-RA-Fuel-Pressure-Regulator-Damper-P2751.aspx" TargetMode="External"/><Relationship Id="rId12" Type="http://schemas.openxmlformats.org/officeDocument/2006/relationships/image" Target="../media/image2.png"/><Relationship Id="rId1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.jpeg"/><Relationship Id="rId20" Type="http://schemas.openxmlformats.org/officeDocument/2006/relationships/hyperlink" Target="https://www.racetronix.biz/p/dry-brake-6an-aluminum-black/qds-0506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ummitracing.com/parts/rdm-20-0448?rrec=true" TargetMode="External"/><Relationship Id="rId11" Type="http://schemas.openxmlformats.org/officeDocument/2006/relationships/image" Target="../media/image1.png"/><Relationship Id="rId5" Type="http://schemas.openxmlformats.org/officeDocument/2006/relationships/hyperlink" Target="https://www.radiumauto.com/High-Flow-Fuel-Filters-P846.aspx" TargetMode="External"/><Relationship Id="rId15" Type="http://schemas.openxmlformats.org/officeDocument/2006/relationships/image" Target="../media/image5.jpeg"/><Relationship Id="rId10" Type="http://schemas.openxmlformats.org/officeDocument/2006/relationships/hyperlink" Target="https://www.summitracing.com/parts/rdm-20-0638?seid=srese1&amp;ppckw=pmax-stock-replacement&amp;gclid=CjwKCAjwr5_CBhBlEiwAzfwYuANi5szk5_R_zGNr93ive3eMxMbvTOJTixOdhIfsX-LVLpHgHD8SrhoCmJsQAvD_BwE" TargetMode="External"/><Relationship Id="rId19" Type="http://schemas.openxmlformats.org/officeDocument/2006/relationships/image" Target="../media/image9.jpeg"/><Relationship Id="rId4" Type="http://schemas.openxmlformats.org/officeDocument/2006/relationships/hyperlink" Target="https://www.summitracing.com/parts/sum-230128?seid=srese1&amp;gclid=CjwKCAjwr5_CBhBlEiwAzfwYuM3fIlp2al7npuhZ8bqMTAFZq63lT6mm9_kIAnoEJDYUVoIn0eZ4JBoCQVoQAvD_BwE" TargetMode="External"/><Relationship Id="rId9" Type="http://schemas.openxmlformats.org/officeDocument/2006/relationships/hyperlink" Target="https://lowdoller-motorsports.com/collections/combo-pressure-and-temp-sensors/products/150-psi-pressure-temperature-combo-150-psi-500-f-pn-899404" TargetMode="External"/><Relationship Id="rId14" Type="http://schemas.openxmlformats.org/officeDocument/2006/relationships/image" Target="../media/image4.jpeg"/><Relationship Id="rId22" Type="http://schemas.openxmlformats.org/officeDocument/2006/relationships/hyperlink" Target="https://www.racetronix.biz/p/adapter-6an-male-3-8-barb-receptor/adf-6j38fb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13" Type="http://schemas.openxmlformats.org/officeDocument/2006/relationships/hyperlink" Target="https://www.racetronix.biz/p/dry-brake-6an-aluminum-black/qds-0506a" TargetMode="External"/><Relationship Id="rId3" Type="http://schemas.openxmlformats.org/officeDocument/2006/relationships/hyperlink" Target="https://www.maperformance.com/products/torque-solution-6an-fuel-rail-adapter-fitting-multiple-fitments-ts-ev-428?gc_id=21952589218&amp;h_ga_id=174717379601&amp;h_ad_id=722958003486&amp;h_keyword_id=pla-325431166274&amp;h_keyword=&amp;h_placement=&amp;gad_source=1&amp;gad_campaignid=21952589218&amp;gbraid=0AAAAAD-q6htxiL7U1Kd16FIqqU_8aEwcA&amp;gclid=CjwKCAjwr5_CBhBlEiwAzfwYuGCBL1NokYEQ7WL53pjvtGCEajErPZEP5HvULrjsOFYq323APkZ1ghoCgO8QAvD_BwE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11.png"/><Relationship Id="rId5" Type="http://schemas.openxmlformats.org/officeDocument/2006/relationships/hyperlink" Target="https://www.summitracing.com/parts/rdm-20-0638?seid=srese1&amp;ppckw=pmax-stock-replacement&amp;gclid=CjwKCAjwr5_CBhBlEiwAzfwYuANi5szk5_R_zGNr93ive3eMxMbvTOJTixOdhIfsX-LVLpHgHD8SrhoCmJsQAvD_BwE" TargetMode="External"/><Relationship Id="rId10" Type="http://schemas.openxmlformats.org/officeDocument/2006/relationships/hyperlink" Target="https://www.amazon.com/dp/B0DYV5X3WC?ref_=ppx_hzsearch_conn_dt_b_fed_asin_title_1&amp;th=1" TargetMode="External"/><Relationship Id="rId4" Type="http://schemas.openxmlformats.org/officeDocument/2006/relationships/hyperlink" Target="https://lowdoller-motorsports.com/collections/combo-pressure-and-temp-sensors/products/150-psi-pressure-temperature-combo-150-psi-500-f-pn-899404" TargetMode="External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1.jpeg"/><Relationship Id="rId3" Type="http://schemas.openxmlformats.org/officeDocument/2006/relationships/image" Target="../media/image14.jpeg"/><Relationship Id="rId7" Type="http://schemas.openxmlformats.org/officeDocument/2006/relationships/hyperlink" Target="https://www.youtube.com/watch?v=sVA2xryBCpo" TargetMode="External"/><Relationship Id="rId12" Type="http://schemas.openxmlformats.org/officeDocument/2006/relationships/image" Target="../media/image20.png"/><Relationship Id="rId17" Type="http://schemas.openxmlformats.org/officeDocument/2006/relationships/hyperlink" Target="https://www.titanfittings.com/articles/what-are-npt-fittings" TargetMode="External"/><Relationship Id="rId2" Type="http://schemas.openxmlformats.org/officeDocument/2006/relationships/image" Target="../media/image13.png"/><Relationship Id="rId16" Type="http://schemas.openxmlformats.org/officeDocument/2006/relationships/hyperlink" Target="https://www.titanfittings.com/articles/what-is-an-orb-fitting?srsltid=AfmBOopFJ1ZGEfSbj60vXAEbCUu0T0xIckE055TV6gNya--GQpQF760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19.jpeg"/><Relationship Id="rId5" Type="http://schemas.openxmlformats.org/officeDocument/2006/relationships/hyperlink" Target="https://www.ievilenergy.com/blogs/news/ptfe-hose-vs-rubber-hose?srsltid=AfmBOopiu_PCdyt4ZJIIjgUa4eOcOa3JHIY3wxmTytVBhdhQ1RLCjMyp" TargetMode="External"/><Relationship Id="rId15" Type="http://schemas.openxmlformats.org/officeDocument/2006/relationships/hyperlink" Target="https://www.titanfittings.com/articles/what-are-an-fittings-and-adapters?srsltid=AfmBOoo8STQwcJy1-0T0lZedx8Q82j_17QkuW6qSKDYWA6vdNVdlcEo7" TargetMode="External"/><Relationship Id="rId10" Type="http://schemas.openxmlformats.org/officeDocument/2006/relationships/hyperlink" Target="https://www.youtube.com/watch?v=LFthtXV8HwQ&amp;t=143s" TargetMode="External"/><Relationship Id="rId4" Type="http://schemas.openxmlformats.org/officeDocument/2006/relationships/image" Target="../media/image15.jpeg"/><Relationship Id="rId9" Type="http://schemas.openxmlformats.org/officeDocument/2006/relationships/image" Target="../media/image18.png"/><Relationship Id="rId14" Type="http://schemas.openxmlformats.org/officeDocument/2006/relationships/hyperlink" Target="https://www.youtube.com/watch?v=qYh1rRTyzW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mmitracing.com/parts/rdm-20-0638?seid=srese1&amp;ppckw=pmax-stock-replacement&amp;gclid=CjwKCAjwr5_CBhBlEiwAzfwYuANi5szk5_R_zGNr93ive3eMxMbvTOJTixOdhIfsX-LVLpHgHD8SrhoCmJsQAvD_BwE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0.jpeg"/><Relationship Id="rId4" Type="http://schemas.openxmlformats.org/officeDocument/2006/relationships/hyperlink" Target="https://www.racetronix.biz/p/dry-brake-6an-aluminum-black/qds-0506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6E184-5FBC-D5AF-114F-331E63CCD207}"/>
              </a:ext>
            </a:extLst>
          </p:cNvPr>
          <p:cNvSpPr/>
          <p:nvPr/>
        </p:nvSpPr>
        <p:spPr>
          <a:xfrm>
            <a:off x="88647" y="2158144"/>
            <a:ext cx="1351205" cy="2632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A05D1B-1177-2167-C995-996A651B04BF}"/>
              </a:ext>
            </a:extLst>
          </p:cNvPr>
          <p:cNvSpPr/>
          <p:nvPr/>
        </p:nvSpPr>
        <p:spPr>
          <a:xfrm>
            <a:off x="218357" y="2978840"/>
            <a:ext cx="1171955" cy="11379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OE Fuel Pump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135D7C-D2BB-B564-F290-A06CAF71B74C}"/>
              </a:ext>
            </a:extLst>
          </p:cNvPr>
          <p:cNvSpPr/>
          <p:nvPr/>
        </p:nvSpPr>
        <p:spPr>
          <a:xfrm>
            <a:off x="2845674" y="2749237"/>
            <a:ext cx="700645" cy="6086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3"/>
              </a:rPr>
              <a:t>6AN Pump Adapter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51E280-F8AB-671C-3EE2-EA3122ED81CE}"/>
              </a:ext>
            </a:extLst>
          </p:cNvPr>
          <p:cNvCxnSpPr>
            <a:cxnSpLocks/>
          </p:cNvCxnSpPr>
          <p:nvPr/>
        </p:nvCxnSpPr>
        <p:spPr>
          <a:xfrm>
            <a:off x="5098632" y="3014883"/>
            <a:ext cx="7050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02279B5-480E-8F00-485D-A17AB707D58E}"/>
              </a:ext>
            </a:extLst>
          </p:cNvPr>
          <p:cNvSpPr/>
          <p:nvPr/>
        </p:nvSpPr>
        <p:spPr>
          <a:xfrm>
            <a:off x="4220089" y="2753851"/>
            <a:ext cx="866898" cy="6086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linkClick r:id="rId4"/>
              </a:rPr>
              <a:t>100</a:t>
            </a:r>
            <a:r>
              <a:rPr lang="el-GR" sz="1200" dirty="0">
                <a:solidFill>
                  <a:schemeClr val="tx1"/>
                </a:solidFill>
                <a:hlinkClick r:id="rId4"/>
              </a:rPr>
              <a:t>μ</a:t>
            </a:r>
            <a:r>
              <a:rPr lang="en-US" sz="1200" dirty="0">
                <a:solidFill>
                  <a:schemeClr val="tx1"/>
                </a:solidFill>
                <a:hlinkClick r:id="rId4"/>
              </a:rPr>
              <a:t>m Summit  Filter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66BE2-AFD5-7303-2134-984DF87EB1AD}"/>
              </a:ext>
            </a:extLst>
          </p:cNvPr>
          <p:cNvSpPr/>
          <p:nvPr/>
        </p:nvSpPr>
        <p:spPr>
          <a:xfrm>
            <a:off x="5781715" y="2599951"/>
            <a:ext cx="924489" cy="796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linkClick r:id="rId5"/>
              </a:rPr>
              <a:t>10</a:t>
            </a:r>
            <a:r>
              <a:rPr lang="el-GR" sz="1200" dirty="0">
                <a:solidFill>
                  <a:schemeClr val="tx1"/>
                </a:solidFill>
                <a:hlinkClick r:id="rId5"/>
              </a:rPr>
              <a:t>μ</a:t>
            </a:r>
            <a:r>
              <a:rPr lang="en-US" sz="1200" dirty="0">
                <a:solidFill>
                  <a:schemeClr val="tx1"/>
                </a:solidFill>
                <a:hlinkClick r:id="rId5"/>
              </a:rPr>
              <a:t>m Radium Filter</a:t>
            </a:r>
            <a:r>
              <a:rPr lang="en-US" sz="1200" dirty="0">
                <a:solidFill>
                  <a:schemeClr val="tx1"/>
                </a:solidFill>
              </a:rPr>
              <a:t> w/ </a:t>
            </a:r>
            <a:r>
              <a:rPr lang="en-US" sz="1200" dirty="0">
                <a:solidFill>
                  <a:schemeClr val="tx1"/>
                </a:solidFill>
                <a:hlinkClick r:id="rId6"/>
              </a:rPr>
              <a:t>heatsink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71AA39-E388-3DCA-AA65-A532E3B2A5EA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546319" y="3053543"/>
            <a:ext cx="673770" cy="46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740B18D-6900-B428-F022-BEFC2C0A6836}"/>
              </a:ext>
            </a:extLst>
          </p:cNvPr>
          <p:cNvGrpSpPr/>
          <p:nvPr/>
        </p:nvGrpSpPr>
        <p:grpSpPr>
          <a:xfrm>
            <a:off x="10476009" y="5108846"/>
            <a:ext cx="498762" cy="688766"/>
            <a:chOff x="9120251" y="4845132"/>
            <a:chExt cx="498762" cy="688766"/>
          </a:xfrm>
        </p:grpSpPr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144B020D-B79E-C1FF-04D3-DB1CF8CF99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48999" y="4916384"/>
              <a:ext cx="641266" cy="498762"/>
            </a:xfrm>
            <a:prstGeom prst="bentConnector3">
              <a:avLst>
                <a:gd name="adj1" fmla="val 187037"/>
              </a:avLst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B3C8AE6-0271-567B-2066-BF15EFC1BC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0251" y="4845132"/>
              <a:ext cx="0" cy="688766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A8377C31-ACA5-2BA3-E516-1E64C75D9825}"/>
              </a:ext>
            </a:extLst>
          </p:cNvPr>
          <p:cNvSpPr/>
          <p:nvPr/>
        </p:nvSpPr>
        <p:spPr>
          <a:xfrm>
            <a:off x="6813792" y="4396327"/>
            <a:ext cx="1151900" cy="712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linkClick r:id="rId7"/>
              </a:rPr>
              <a:t>Fuel Pressure Regulator/Damper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05DFCDD-91BA-112E-CC49-AC8F47D812CD}"/>
              </a:ext>
            </a:extLst>
          </p:cNvPr>
          <p:cNvCxnSpPr>
            <a:cxnSpLocks/>
            <a:stCxn id="55" idx="1"/>
          </p:cNvCxnSpPr>
          <p:nvPr/>
        </p:nvCxnSpPr>
        <p:spPr>
          <a:xfrm flipH="1" flipV="1">
            <a:off x="9529049" y="4780621"/>
            <a:ext cx="495696" cy="64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8F6F458D-A1F4-099D-5D61-98AC3DA58057}"/>
              </a:ext>
            </a:extLst>
          </p:cNvPr>
          <p:cNvSpPr/>
          <p:nvPr/>
        </p:nvSpPr>
        <p:spPr>
          <a:xfrm>
            <a:off x="10772896" y="4442724"/>
            <a:ext cx="700645" cy="6887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8"/>
              </a:rPr>
              <a:t>6AN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hlinkClick r:id="rId8"/>
              </a:rPr>
              <a:t>Rail Adapter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15FA979-4782-3305-4F48-668AAE92DE6A}"/>
              </a:ext>
            </a:extLst>
          </p:cNvPr>
          <p:cNvSpPr/>
          <p:nvPr/>
        </p:nvSpPr>
        <p:spPr>
          <a:xfrm>
            <a:off x="10024745" y="4442725"/>
            <a:ext cx="700645" cy="6887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8"/>
              </a:rPr>
              <a:t>6AN  Rail Adapter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DA4C645-094E-7DC9-C4D7-287762953E53}"/>
              </a:ext>
            </a:extLst>
          </p:cNvPr>
          <p:cNvSpPr/>
          <p:nvPr/>
        </p:nvSpPr>
        <p:spPr>
          <a:xfrm>
            <a:off x="7052111" y="5131490"/>
            <a:ext cx="653143" cy="6293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linkClick r:id="rId9"/>
              </a:rPr>
              <a:t>1/8 NPT sensor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50289E-A393-D47E-4D53-DE74F2260E11}"/>
              </a:ext>
            </a:extLst>
          </p:cNvPr>
          <p:cNvSpPr txBox="1"/>
          <p:nvPr/>
        </p:nvSpPr>
        <p:spPr>
          <a:xfrm>
            <a:off x="3973279" y="4737448"/>
            <a:ext cx="2873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Pressure Return Line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7AC6DF-82D3-CF48-A7E8-17F18FE897A7}"/>
              </a:ext>
            </a:extLst>
          </p:cNvPr>
          <p:cNvSpPr txBox="1"/>
          <p:nvPr/>
        </p:nvSpPr>
        <p:spPr>
          <a:xfrm>
            <a:off x="8086938" y="2737884"/>
            <a:ext cx="2873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10"/>
              </a:rPr>
              <a:t>Braided PTFE 6AN Hose</a:t>
            </a:r>
            <a:endParaRPr lang="en-US" sz="12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D748473-B805-2991-7DC3-2039318C15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73541" y="4402102"/>
            <a:ext cx="718459" cy="69376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7D9C7C4-2F8D-082C-5D44-0964D147FB4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8149" t="50981" r="8438" b="3123"/>
          <a:stretch>
            <a:fillRect/>
          </a:stretch>
        </p:blipFill>
        <p:spPr>
          <a:xfrm>
            <a:off x="7008796" y="5783526"/>
            <a:ext cx="761892" cy="1074474"/>
          </a:xfrm>
          <a:prstGeom prst="rect">
            <a:avLst/>
          </a:prstGeom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5FC9CEC-B81D-D8DE-92E6-74AD79A8FEEA}"/>
              </a:ext>
            </a:extLst>
          </p:cNvPr>
          <p:cNvCxnSpPr>
            <a:cxnSpLocks/>
          </p:cNvCxnSpPr>
          <p:nvPr/>
        </p:nvCxnSpPr>
        <p:spPr>
          <a:xfrm>
            <a:off x="6753433" y="865935"/>
            <a:ext cx="32557" cy="479599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Radium Engineering Universal Fuel Regulator/Pulse Damper Kit 10AN ORB (7/8in-14) Inlet and Outlet | 20-0528-01">
            <a:extLst>
              <a:ext uri="{FF2B5EF4-FFF2-40B4-BE49-F238E27FC236}">
                <a16:creationId xmlns:a16="http://schemas.microsoft.com/office/drawing/2014/main" id="{F6903AFB-110B-2D27-6148-8519CC110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2" t="24747" r="22318" b="27068"/>
          <a:stretch>
            <a:fillRect/>
          </a:stretch>
        </p:blipFill>
        <p:spPr bwMode="auto">
          <a:xfrm>
            <a:off x="6913718" y="3529818"/>
            <a:ext cx="929930" cy="84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uel Pump - 2003 Hyundai Tiburon | O'Reilly Auto Parts">
            <a:extLst>
              <a:ext uri="{FF2B5EF4-FFF2-40B4-BE49-F238E27FC236}">
                <a16:creationId xmlns:a16="http://schemas.microsoft.com/office/drawing/2014/main" id="{A7F0536F-1C8F-8EF0-8368-399CE978B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1" t="1" b="54624"/>
          <a:stretch>
            <a:fillRect/>
          </a:stretch>
        </p:blipFill>
        <p:spPr bwMode="auto">
          <a:xfrm>
            <a:off x="1493058" y="4439136"/>
            <a:ext cx="1412324" cy="93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adium Fuel Pump Outlet Adapters (20-0298/20-0599)">
            <a:extLst>
              <a:ext uri="{FF2B5EF4-FFF2-40B4-BE49-F238E27FC236}">
                <a16:creationId xmlns:a16="http://schemas.microsoft.com/office/drawing/2014/main" id="{121013C8-357A-E62C-ADC8-2073D1BA70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3" b="38360"/>
          <a:stretch>
            <a:fillRect/>
          </a:stretch>
        </p:blipFill>
        <p:spPr bwMode="auto">
          <a:xfrm>
            <a:off x="2658606" y="1431185"/>
            <a:ext cx="1033953" cy="113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ummit Racing SUM-230128 - Summit Racing™ Inline Billet Fuel Filters">
            <a:extLst>
              <a:ext uri="{FF2B5EF4-FFF2-40B4-BE49-F238E27FC236}">
                <a16:creationId xmlns:a16="http://schemas.microsoft.com/office/drawing/2014/main" id="{E2949EEF-00B4-2BD2-6D05-B078CDFB5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52" y="1579347"/>
            <a:ext cx="1035426" cy="107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AutoShape 10" descr="High Flow Fuel Filters">
            <a:extLst>
              <a:ext uri="{FF2B5EF4-FFF2-40B4-BE49-F238E27FC236}">
                <a16:creationId xmlns:a16="http://schemas.microsoft.com/office/drawing/2014/main" id="{913C46DE-C0EE-FD18-4F6C-09D01D809B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13194" y="35729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8" name="Picture 14" descr="Radium Engineering 20-0220-04 - Radium Engineering High Flow Fuel Filters">
            <a:extLst>
              <a:ext uri="{FF2B5EF4-FFF2-40B4-BE49-F238E27FC236}">
                <a16:creationId xmlns:a16="http://schemas.microsoft.com/office/drawing/2014/main" id="{B029A1E4-A281-9175-440E-07A06AEE9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36" t="7860" r="17546" b="8676"/>
          <a:stretch>
            <a:fillRect/>
          </a:stretch>
        </p:blipFill>
        <p:spPr bwMode="auto">
          <a:xfrm>
            <a:off x="5758808" y="1703365"/>
            <a:ext cx="866897" cy="79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Radium Engineering 20-0448 - Radium Engineering Fuel Filters">
            <a:extLst>
              <a:ext uri="{FF2B5EF4-FFF2-40B4-BE49-F238E27FC236}">
                <a16:creationId xmlns:a16="http://schemas.microsoft.com/office/drawing/2014/main" id="{473140E0-C94C-BC1B-DEEE-E51238042E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6245" r="46161" b="24609"/>
          <a:stretch>
            <a:fillRect/>
          </a:stretch>
        </p:blipFill>
        <p:spPr bwMode="auto">
          <a:xfrm>
            <a:off x="5872612" y="1085567"/>
            <a:ext cx="605962" cy="56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930A9CCD-1F8B-7552-7B2B-155B461DBB7B}"/>
              </a:ext>
            </a:extLst>
          </p:cNvPr>
          <p:cNvSpPr txBox="1"/>
          <p:nvPr/>
        </p:nvSpPr>
        <p:spPr>
          <a:xfrm>
            <a:off x="187984" y="2199806"/>
            <a:ext cx="117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Fuel Tank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B9B39B0-8185-3095-8823-3DB699E8E9EC}"/>
              </a:ext>
            </a:extLst>
          </p:cNvPr>
          <p:cNvSpPr txBox="1"/>
          <p:nvPr/>
        </p:nvSpPr>
        <p:spPr>
          <a:xfrm>
            <a:off x="6278209" y="462888"/>
            <a:ext cx="287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Firewall</a:t>
            </a:r>
          </a:p>
        </p:txBody>
      </p:sp>
      <p:pic>
        <p:nvPicPr>
          <p:cNvPr id="1042" name="Picture 18" descr="Radium Engineering 20-0638 - Radium Engineering AN Hose">
            <a:extLst>
              <a:ext uri="{FF2B5EF4-FFF2-40B4-BE49-F238E27FC236}">
                <a16:creationId xmlns:a16="http://schemas.microsoft.com/office/drawing/2014/main" id="{ADF5265B-E429-2955-9E90-5616470F62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3" t="9905" r="7694" b="14821"/>
          <a:stretch>
            <a:fillRect/>
          </a:stretch>
        </p:blipFill>
        <p:spPr bwMode="auto">
          <a:xfrm>
            <a:off x="8442508" y="1762912"/>
            <a:ext cx="1041836" cy="87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57910587-2F4B-92F0-3373-AA823458A5AB}"/>
              </a:ext>
            </a:extLst>
          </p:cNvPr>
          <p:cNvCxnSpPr>
            <a:cxnSpLocks/>
            <a:endCxn id="1034" idx="3"/>
          </p:cNvCxnSpPr>
          <p:nvPr/>
        </p:nvCxnSpPr>
        <p:spPr>
          <a:xfrm rot="10800000">
            <a:off x="3572814" y="4017755"/>
            <a:ext cx="3302289" cy="608398"/>
          </a:xfrm>
          <a:prstGeom prst="bentConnector3">
            <a:avLst>
              <a:gd name="adj1" fmla="val 835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1322206D-2223-B105-9113-BF53A3999F72}"/>
              </a:ext>
            </a:extLst>
          </p:cNvPr>
          <p:cNvSpPr/>
          <p:nvPr/>
        </p:nvSpPr>
        <p:spPr>
          <a:xfrm rot="20947500">
            <a:off x="1392296" y="2875159"/>
            <a:ext cx="1397321" cy="65615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Plastic Barb</a:t>
            </a:r>
          </a:p>
        </p:txBody>
      </p:sp>
      <p:sp>
        <p:nvSpPr>
          <p:cNvPr id="110" name="Arrow: Right 109">
            <a:extLst>
              <a:ext uri="{FF2B5EF4-FFF2-40B4-BE49-F238E27FC236}">
                <a16:creationId xmlns:a16="http://schemas.microsoft.com/office/drawing/2014/main" id="{1F77050F-F44F-D7BE-E2DB-5FA9ABB62AEF}"/>
              </a:ext>
            </a:extLst>
          </p:cNvPr>
          <p:cNvSpPr/>
          <p:nvPr/>
        </p:nvSpPr>
        <p:spPr>
          <a:xfrm rot="11245207">
            <a:off x="1267439" y="3659521"/>
            <a:ext cx="1397321" cy="65615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282AD90-129A-60AE-44CD-97ADEC1FEB8C}"/>
              </a:ext>
            </a:extLst>
          </p:cNvPr>
          <p:cNvSpPr/>
          <p:nvPr/>
        </p:nvSpPr>
        <p:spPr>
          <a:xfrm>
            <a:off x="10587999" y="3305397"/>
            <a:ext cx="1024538" cy="4848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20"/>
              </a:rPr>
              <a:t>6 AN dry break fitting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C32A660-7360-FFF8-D22F-42AC9293057B}"/>
              </a:ext>
            </a:extLst>
          </p:cNvPr>
          <p:cNvSpPr/>
          <p:nvPr/>
        </p:nvSpPr>
        <p:spPr>
          <a:xfrm>
            <a:off x="8513607" y="4544688"/>
            <a:ext cx="1024538" cy="4848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20"/>
              </a:rPr>
              <a:t>6 AN dry break fitting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2367225-D16C-DA86-599D-260D8C722DF3}"/>
              </a:ext>
            </a:extLst>
          </p:cNvPr>
          <p:cNvCxnSpPr>
            <a:cxnSpLocks/>
          </p:cNvCxnSpPr>
          <p:nvPr/>
        </p:nvCxnSpPr>
        <p:spPr>
          <a:xfrm flipH="1" flipV="1">
            <a:off x="7991801" y="4752906"/>
            <a:ext cx="495696" cy="64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Dry Brake -6AN Aluminum, BLACK">
            <a:extLst>
              <a:ext uri="{FF2B5EF4-FFF2-40B4-BE49-F238E27FC236}">
                <a16:creationId xmlns:a16="http://schemas.microsoft.com/office/drawing/2014/main" id="{14D48362-3C0F-0786-8964-3CD58F23AC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1" t="31352" r="10034" b="29447"/>
          <a:stretch>
            <a:fillRect/>
          </a:stretch>
        </p:blipFill>
        <p:spPr bwMode="auto">
          <a:xfrm>
            <a:off x="8424836" y="5130054"/>
            <a:ext cx="1254339" cy="61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EDDAE95B-58C0-6ABA-88A8-64A87204F4E9}"/>
              </a:ext>
            </a:extLst>
          </p:cNvPr>
          <p:cNvSpPr txBox="1"/>
          <p:nvPr/>
        </p:nvSpPr>
        <p:spPr>
          <a:xfrm rot="330343">
            <a:off x="1546812" y="3874800"/>
            <a:ext cx="1496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Plastic Barb</a:t>
            </a:r>
          </a:p>
        </p:txBody>
      </p: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503DC8C1-84FF-CCAC-B21E-6DCD931D7A25}"/>
              </a:ext>
            </a:extLst>
          </p:cNvPr>
          <p:cNvCxnSpPr>
            <a:stCxn id="10" idx="3"/>
            <a:endCxn id="112" idx="0"/>
          </p:cNvCxnSpPr>
          <p:nvPr/>
        </p:nvCxnSpPr>
        <p:spPr>
          <a:xfrm>
            <a:off x="6706204" y="2998230"/>
            <a:ext cx="4394064" cy="30716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4AFE29D-F4FF-802B-7146-0073995DCF79}"/>
              </a:ext>
            </a:extLst>
          </p:cNvPr>
          <p:cNvCxnSpPr>
            <a:stCxn id="112" idx="2"/>
            <a:endCxn id="54" idx="0"/>
          </p:cNvCxnSpPr>
          <p:nvPr/>
        </p:nvCxnSpPr>
        <p:spPr>
          <a:xfrm>
            <a:off x="11100268" y="3790234"/>
            <a:ext cx="22951" cy="652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6" name="Picture 22" descr="Radium Engineering 20-0638 - Radium Engineering AN Hose">
            <a:extLst>
              <a:ext uri="{FF2B5EF4-FFF2-40B4-BE49-F238E27FC236}">
                <a16:creationId xmlns:a16="http://schemas.microsoft.com/office/drawing/2014/main" id="{5F08BAE8-3A0D-25F4-DCEB-E8A22BA512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0" t="14478" r="67937" b="9497"/>
          <a:stretch>
            <a:fillRect/>
          </a:stretch>
        </p:blipFill>
        <p:spPr bwMode="auto">
          <a:xfrm>
            <a:off x="10871103" y="814707"/>
            <a:ext cx="677526" cy="155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3285AE42-0D37-1F9D-8011-8D663DDB3D5A}"/>
              </a:ext>
            </a:extLst>
          </p:cNvPr>
          <p:cNvSpPr txBox="1"/>
          <p:nvPr/>
        </p:nvSpPr>
        <p:spPr>
          <a:xfrm>
            <a:off x="10223502" y="519454"/>
            <a:ext cx="1799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 AN Hose Ends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CA8331F9-A50A-972E-58C5-4BBF71742C1C}"/>
              </a:ext>
            </a:extLst>
          </p:cNvPr>
          <p:cNvSpPr txBox="1"/>
          <p:nvPr/>
        </p:nvSpPr>
        <p:spPr>
          <a:xfrm>
            <a:off x="10473044" y="849377"/>
            <a:ext cx="4106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8x</a:t>
            </a:r>
          </a:p>
          <a:p>
            <a:endParaRPr lang="en-US" dirty="0"/>
          </a:p>
          <a:p>
            <a:r>
              <a:rPr lang="en-US" dirty="0"/>
              <a:t>4x</a:t>
            </a:r>
          </a:p>
          <a:p>
            <a:endParaRPr lang="en-US" dirty="0"/>
          </a:p>
          <a:p>
            <a:r>
              <a:rPr lang="en-US" dirty="0"/>
              <a:t>4x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580C0998-5C6B-9803-CFB6-B43FA37793AA}"/>
              </a:ext>
            </a:extLst>
          </p:cNvPr>
          <p:cNvSpPr txBox="1"/>
          <p:nvPr/>
        </p:nvSpPr>
        <p:spPr>
          <a:xfrm>
            <a:off x="10044711" y="6384333"/>
            <a:ext cx="1643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OE Fuel Rail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354975A7-2CCA-1DD8-1D32-E3903C83228D}"/>
              </a:ext>
            </a:extLst>
          </p:cNvPr>
          <p:cNvSpPr txBox="1"/>
          <p:nvPr/>
        </p:nvSpPr>
        <p:spPr>
          <a:xfrm>
            <a:off x="136885" y="80820"/>
            <a:ext cx="3687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Fuel System Diagram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E5A93FDB-DCF2-8686-1D54-2D3ACF604C4E}"/>
              </a:ext>
            </a:extLst>
          </p:cNvPr>
          <p:cNvSpPr/>
          <p:nvPr/>
        </p:nvSpPr>
        <p:spPr>
          <a:xfrm>
            <a:off x="2872168" y="3713449"/>
            <a:ext cx="700645" cy="6086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22"/>
              </a:rPr>
              <a:t>6AN </a:t>
            </a:r>
            <a:r>
              <a:rPr lang="en-US" sz="1100" dirty="0">
                <a:solidFill>
                  <a:schemeClr val="tx1"/>
                </a:solidFill>
              </a:rPr>
              <a:t>Barb Adapter</a:t>
            </a:r>
          </a:p>
        </p:txBody>
      </p:sp>
    </p:spTree>
    <p:extLst>
      <p:ext uri="{BB962C8B-B14F-4D97-AF65-F5344CB8AC3E}">
        <p14:creationId xmlns:p14="http://schemas.microsoft.com/office/powerpoint/2010/main" val="112397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0060-26CB-E129-48D9-CCAD5DCA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666F0D-8C48-1A06-2F72-24C687D269C1}"/>
              </a:ext>
            </a:extLst>
          </p:cNvPr>
          <p:cNvSpPr/>
          <p:nvPr/>
        </p:nvSpPr>
        <p:spPr>
          <a:xfrm>
            <a:off x="88647" y="2158144"/>
            <a:ext cx="1351205" cy="2632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10A82F9-30BA-7AC4-6F55-DEB463BAA276}"/>
              </a:ext>
            </a:extLst>
          </p:cNvPr>
          <p:cNvSpPr/>
          <p:nvPr/>
        </p:nvSpPr>
        <p:spPr>
          <a:xfrm>
            <a:off x="218357" y="2978840"/>
            <a:ext cx="1171955" cy="11379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OE Fuel Pump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47ADF71-4FA7-CCED-8AF4-22094EC4F813}"/>
              </a:ext>
            </a:extLst>
          </p:cNvPr>
          <p:cNvGrpSpPr/>
          <p:nvPr/>
        </p:nvGrpSpPr>
        <p:grpSpPr>
          <a:xfrm>
            <a:off x="10476009" y="5108846"/>
            <a:ext cx="498762" cy="688766"/>
            <a:chOff x="9120251" y="4845132"/>
            <a:chExt cx="498762" cy="688766"/>
          </a:xfrm>
        </p:grpSpPr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FE64C38A-7483-84CF-C2D3-995304A0DF7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48999" y="4916384"/>
              <a:ext cx="641266" cy="498762"/>
            </a:xfrm>
            <a:prstGeom prst="bentConnector3">
              <a:avLst>
                <a:gd name="adj1" fmla="val 187037"/>
              </a:avLst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CE5884D-455F-1039-694E-CDCD3722A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0251" y="4845132"/>
              <a:ext cx="0" cy="688766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5B1A2C5-A84F-5A5D-7B2C-07979FA5BA39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8012104" y="4052243"/>
            <a:ext cx="2227933" cy="570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806FF13A-732E-1D53-AB72-EC8E40B390F1}"/>
              </a:ext>
            </a:extLst>
          </p:cNvPr>
          <p:cNvSpPr/>
          <p:nvPr/>
        </p:nvSpPr>
        <p:spPr>
          <a:xfrm>
            <a:off x="10772896" y="4442724"/>
            <a:ext cx="700645" cy="6887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3"/>
              </a:rPr>
              <a:t>6AN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hlinkClick r:id="rId3"/>
              </a:rPr>
              <a:t>Rail Adapter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4729E56-9B4A-BC76-DD1F-CA83A4225702}"/>
              </a:ext>
            </a:extLst>
          </p:cNvPr>
          <p:cNvSpPr/>
          <p:nvPr/>
        </p:nvSpPr>
        <p:spPr>
          <a:xfrm>
            <a:off x="10024745" y="4442725"/>
            <a:ext cx="700645" cy="6887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3"/>
              </a:rPr>
              <a:t>6AN  Rail Adapter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414DAE8-D066-9F6A-4494-438290390877}"/>
              </a:ext>
            </a:extLst>
          </p:cNvPr>
          <p:cNvSpPr/>
          <p:nvPr/>
        </p:nvSpPr>
        <p:spPr>
          <a:xfrm>
            <a:off x="9256766" y="3185163"/>
            <a:ext cx="653143" cy="6293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linkClick r:id="rId4"/>
              </a:rPr>
              <a:t>1/8 NPT sensor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9A0B2E-E607-D5C5-5BB2-320D491C4CCE}"/>
              </a:ext>
            </a:extLst>
          </p:cNvPr>
          <p:cNvSpPr txBox="1"/>
          <p:nvPr/>
        </p:nvSpPr>
        <p:spPr>
          <a:xfrm>
            <a:off x="3131966" y="4205425"/>
            <a:ext cx="2873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Hard Line Return ¼”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259CA3-28CF-E043-58B8-682977B33D3B}"/>
              </a:ext>
            </a:extLst>
          </p:cNvPr>
          <p:cNvSpPr txBox="1"/>
          <p:nvPr/>
        </p:nvSpPr>
        <p:spPr>
          <a:xfrm>
            <a:off x="8414016" y="1307107"/>
            <a:ext cx="2873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5"/>
              </a:rPr>
              <a:t>Braided PTFE 6AN Hose</a:t>
            </a:r>
            <a:endParaRPr lang="en-US" sz="12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D96450E9-5A9D-2208-95CC-CF8E6E0FC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3541" y="4402102"/>
            <a:ext cx="718459" cy="69376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06B27009-202D-B812-CAD7-B8C751A2F6E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149" t="50981" r="8438" b="3123"/>
          <a:stretch>
            <a:fillRect/>
          </a:stretch>
        </p:blipFill>
        <p:spPr>
          <a:xfrm>
            <a:off x="8414016" y="2937153"/>
            <a:ext cx="761892" cy="1074474"/>
          </a:xfrm>
          <a:prstGeom prst="rect">
            <a:avLst/>
          </a:prstGeom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4EAEEA6-910B-4681-3942-11D399BCE184}"/>
              </a:ext>
            </a:extLst>
          </p:cNvPr>
          <p:cNvCxnSpPr>
            <a:cxnSpLocks/>
          </p:cNvCxnSpPr>
          <p:nvPr/>
        </p:nvCxnSpPr>
        <p:spPr>
          <a:xfrm>
            <a:off x="5939962" y="937786"/>
            <a:ext cx="32557" cy="479599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Fuel Pump - 2003 Hyundai Tiburon | O'Reilly Auto Parts">
            <a:extLst>
              <a:ext uri="{FF2B5EF4-FFF2-40B4-BE49-F238E27FC236}">
                <a16:creationId xmlns:a16="http://schemas.microsoft.com/office/drawing/2014/main" id="{E003E814-A252-E9E1-5638-A3157A4F89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1" t="1" b="54624"/>
          <a:stretch>
            <a:fillRect/>
          </a:stretch>
        </p:blipFill>
        <p:spPr bwMode="auto">
          <a:xfrm>
            <a:off x="1493058" y="4439136"/>
            <a:ext cx="1412324" cy="93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A51E781-BC48-8A11-82E5-2A2283F6FAF4}"/>
              </a:ext>
            </a:extLst>
          </p:cNvPr>
          <p:cNvSpPr txBox="1"/>
          <p:nvPr/>
        </p:nvSpPr>
        <p:spPr>
          <a:xfrm>
            <a:off x="187984" y="2199806"/>
            <a:ext cx="117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Fuel Tank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BB37FB1-32E1-9937-8650-1C4E08042F55}"/>
              </a:ext>
            </a:extLst>
          </p:cNvPr>
          <p:cNvSpPr txBox="1"/>
          <p:nvPr/>
        </p:nvSpPr>
        <p:spPr>
          <a:xfrm>
            <a:off x="6278209" y="462888"/>
            <a:ext cx="287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Firewall</a:t>
            </a:r>
          </a:p>
        </p:txBody>
      </p:sp>
      <p:pic>
        <p:nvPicPr>
          <p:cNvPr id="1042" name="Picture 18" descr="Radium Engineering 20-0638 - Radium Engineering AN Hose">
            <a:extLst>
              <a:ext uri="{FF2B5EF4-FFF2-40B4-BE49-F238E27FC236}">
                <a16:creationId xmlns:a16="http://schemas.microsoft.com/office/drawing/2014/main" id="{FBDAC814-F4D6-8D05-5D78-72A4D845A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3" t="9905" r="7694" b="14821"/>
          <a:stretch>
            <a:fillRect/>
          </a:stretch>
        </p:blipFill>
        <p:spPr bwMode="auto">
          <a:xfrm>
            <a:off x="8550347" y="1588568"/>
            <a:ext cx="1041836" cy="87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720DD498-6572-EA3D-CC6A-70D12B7EDC0E}"/>
              </a:ext>
            </a:extLst>
          </p:cNvPr>
          <p:cNvCxnSpPr>
            <a:cxnSpLocks/>
          </p:cNvCxnSpPr>
          <p:nvPr/>
        </p:nvCxnSpPr>
        <p:spPr>
          <a:xfrm rot="10800000">
            <a:off x="2727394" y="4062773"/>
            <a:ext cx="4230215" cy="537235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604E0EBE-6664-E24E-E5E4-E62C1E834C17}"/>
              </a:ext>
            </a:extLst>
          </p:cNvPr>
          <p:cNvSpPr/>
          <p:nvPr/>
        </p:nvSpPr>
        <p:spPr>
          <a:xfrm rot="20947500">
            <a:off x="1392296" y="2875159"/>
            <a:ext cx="1397321" cy="65615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Plastic Barb</a:t>
            </a:r>
          </a:p>
        </p:txBody>
      </p:sp>
      <p:sp>
        <p:nvSpPr>
          <p:cNvPr id="110" name="Arrow: Right 109">
            <a:extLst>
              <a:ext uri="{FF2B5EF4-FFF2-40B4-BE49-F238E27FC236}">
                <a16:creationId xmlns:a16="http://schemas.microsoft.com/office/drawing/2014/main" id="{933D365E-8724-38C1-2277-E11541AF5687}"/>
              </a:ext>
            </a:extLst>
          </p:cNvPr>
          <p:cNvSpPr/>
          <p:nvPr/>
        </p:nvSpPr>
        <p:spPr>
          <a:xfrm rot="11245207">
            <a:off x="1267439" y="3659521"/>
            <a:ext cx="1397321" cy="65615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D4E67C3-A10A-B849-741A-D92503DD049E}"/>
              </a:ext>
            </a:extLst>
          </p:cNvPr>
          <p:cNvSpPr/>
          <p:nvPr/>
        </p:nvSpPr>
        <p:spPr>
          <a:xfrm>
            <a:off x="10281156" y="1866535"/>
            <a:ext cx="1024538" cy="4848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10"/>
              </a:rPr>
              <a:t>Amazon FPR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70AC23D-8947-B8F6-413B-479A156F6741}"/>
              </a:ext>
            </a:extLst>
          </p:cNvPr>
          <p:cNvSpPr txBox="1"/>
          <p:nvPr/>
        </p:nvSpPr>
        <p:spPr>
          <a:xfrm rot="330343">
            <a:off x="1546812" y="3874800"/>
            <a:ext cx="1496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Plastic Barb</a:t>
            </a:r>
          </a:p>
        </p:txBody>
      </p: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E6547A2D-4934-2CEF-F754-B5903DE9FECC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2634364" y="2467846"/>
            <a:ext cx="4375259" cy="1048093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6" name="Picture 22" descr="Radium Engineering 20-0638 - Radium Engineering AN Hose">
            <a:extLst>
              <a:ext uri="{FF2B5EF4-FFF2-40B4-BE49-F238E27FC236}">
                <a16:creationId xmlns:a16="http://schemas.microsoft.com/office/drawing/2014/main" id="{07D734A6-91FE-E0F0-DB8C-680404B1E8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0" t="14478" r="67937" b="35191"/>
          <a:stretch>
            <a:fillRect/>
          </a:stretch>
        </p:blipFill>
        <p:spPr bwMode="auto">
          <a:xfrm>
            <a:off x="11146752" y="318021"/>
            <a:ext cx="677526" cy="102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9E82DE4A-9F55-892B-C756-C2D6D92C9C28}"/>
              </a:ext>
            </a:extLst>
          </p:cNvPr>
          <p:cNvSpPr txBox="1"/>
          <p:nvPr/>
        </p:nvSpPr>
        <p:spPr>
          <a:xfrm>
            <a:off x="10255684" y="35708"/>
            <a:ext cx="1799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 AN Hose Ends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31AAA9D4-2344-A4C9-EC22-9A700184CB2C}"/>
              </a:ext>
            </a:extLst>
          </p:cNvPr>
          <p:cNvSpPr txBox="1"/>
          <p:nvPr/>
        </p:nvSpPr>
        <p:spPr>
          <a:xfrm>
            <a:off x="10505226" y="365631"/>
            <a:ext cx="4106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2x</a:t>
            </a:r>
          </a:p>
          <a:p>
            <a:endParaRPr lang="en-US" dirty="0"/>
          </a:p>
          <a:p>
            <a:r>
              <a:rPr lang="en-US" dirty="0"/>
              <a:t>3x</a:t>
            </a:r>
          </a:p>
          <a:p>
            <a:endParaRPr lang="en-US" dirty="0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C3628818-51FA-2E51-989F-92FC1D904E81}"/>
              </a:ext>
            </a:extLst>
          </p:cNvPr>
          <p:cNvSpPr txBox="1"/>
          <p:nvPr/>
        </p:nvSpPr>
        <p:spPr>
          <a:xfrm>
            <a:off x="10044711" y="6384333"/>
            <a:ext cx="1643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OE Fuel Rail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1AC62A00-2115-200F-0B19-E60C0FE23B9C}"/>
              </a:ext>
            </a:extLst>
          </p:cNvPr>
          <p:cNvSpPr txBox="1"/>
          <p:nvPr/>
        </p:nvSpPr>
        <p:spPr>
          <a:xfrm>
            <a:off x="136885" y="80820"/>
            <a:ext cx="3687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Fuel System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A0D7C-976A-B42F-35FE-91E673C2AD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5661" y="2582573"/>
            <a:ext cx="1457528" cy="15908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152069-0161-0C34-2FC3-E40CA6341B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1059" y="4812284"/>
            <a:ext cx="1179222" cy="8492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F4A9E1-3692-C14E-860E-C75706FD97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8359" y="1104295"/>
            <a:ext cx="1179222" cy="8492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7674975-ECBB-FE4C-C9DB-63E9BF1CBA8C}"/>
              </a:ext>
            </a:extLst>
          </p:cNvPr>
          <p:cNvSpPr txBox="1"/>
          <p:nvPr/>
        </p:nvSpPr>
        <p:spPr>
          <a:xfrm>
            <a:off x="3066140" y="3157332"/>
            <a:ext cx="2873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Hard Line Feed 5/16”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A7A89E-5980-1455-CD71-520F7D59AF88}"/>
              </a:ext>
            </a:extLst>
          </p:cNvPr>
          <p:cNvSpPr/>
          <p:nvPr/>
        </p:nvSpPr>
        <p:spPr>
          <a:xfrm>
            <a:off x="6987566" y="4219278"/>
            <a:ext cx="1024538" cy="807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13"/>
              </a:rPr>
              <a:t>6 AN to ¼ hard line compression fitting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FDFCDB-14D2-FA69-B0FA-35D87F89A895}"/>
              </a:ext>
            </a:extLst>
          </p:cNvPr>
          <p:cNvSpPr/>
          <p:nvPr/>
        </p:nvSpPr>
        <p:spPr>
          <a:xfrm>
            <a:off x="7009623" y="2064256"/>
            <a:ext cx="1024538" cy="807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13"/>
              </a:rPr>
              <a:t>6 AN to 5/16  hard line compression fitting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00F213A-8462-2A3D-1EEB-45CF3758BBAE}"/>
              </a:ext>
            </a:extLst>
          </p:cNvPr>
          <p:cNvCxnSpPr>
            <a:cxnSpLocks/>
          </p:cNvCxnSpPr>
          <p:nvPr/>
        </p:nvCxnSpPr>
        <p:spPr>
          <a:xfrm>
            <a:off x="8101532" y="2443616"/>
            <a:ext cx="1943179" cy="6148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25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07B1CF-BB24-7B19-A82D-458C77D6F56D}"/>
              </a:ext>
            </a:extLst>
          </p:cNvPr>
          <p:cNvSpPr txBox="1"/>
          <p:nvPr/>
        </p:nvSpPr>
        <p:spPr>
          <a:xfrm>
            <a:off x="0" y="0"/>
            <a:ext cx="103616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Fuel System Goals: </a:t>
            </a:r>
            <a:r>
              <a:rPr lang="en-US" sz="3200" dirty="0"/>
              <a:t>Maximize Reliability and Tuning Control</a:t>
            </a:r>
            <a:endParaRPr lang="en-US" sz="3200" dirty="0">
              <a:latin typeface="+mj-lt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8F145A1-D2E6-A408-4AFA-526C7951A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3" y="805597"/>
            <a:ext cx="1207625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 leaks and line failures under race conditions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 every rubber-on-barb feed, return and vapor line with braided PTFE 6 AN hoses and proper threaded fittings for a fully flare-sealed system. Dry-break quick-disconnect fittings immediately before and after the rail allow fast engine removal.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seat &amp; minimize fuel heating and vapor lock risk from nearby exhaust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Reroute and extend all hard and soft lines outboard of the driver’s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seatwell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securing them with new chassis-mount AN brackets and stainless-steel clamps. Fit a radial-mount heat sink on the fuel filter.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Steady fuel pressure through all RPM and cornering loads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a Radium Engineering combined adjustable fuel-pressure regulator + damper at the firewall feed bulkhead, plumbing in-6 AN inlet and outlet lines for minimal restriction.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debris and contamination from clogging injectors or reaching the newly machined engine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 a dual-stage inline filtration setup in the feed circuit: a 10 µm fine filter directly upstream of the fuel rail and a </a:t>
            </a:r>
            <a:r>
              <a:rPr lang="en-US" altLang="en-US" dirty="0">
                <a:latin typeface="Arial" panose="020B0604020202020204" pitchFamily="34" charset="0"/>
              </a:rPr>
              <a:t>100 µm coarse filter to prevent clogging.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78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C82224-B83D-70C6-5770-335494285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56" y="722495"/>
            <a:ext cx="1889560" cy="1259706"/>
          </a:xfrm>
          <a:prstGeom prst="rect">
            <a:avLst/>
          </a:prstGeom>
        </p:spPr>
      </p:pic>
      <p:pic>
        <p:nvPicPr>
          <p:cNvPr id="2052" name="Picture 4" descr="An Fitting Size Chart">
            <a:extLst>
              <a:ext uri="{FF2B5EF4-FFF2-40B4-BE49-F238E27FC236}">
                <a16:creationId xmlns:a16="http://schemas.microsoft.com/office/drawing/2014/main" id="{060226BD-A695-9497-5728-0D1B9F07C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3" r="9709"/>
          <a:stretch>
            <a:fillRect/>
          </a:stretch>
        </p:blipFill>
        <p:spPr bwMode="auto">
          <a:xfrm>
            <a:off x="363887" y="3566507"/>
            <a:ext cx="1892987" cy="120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52FB2D3-9449-6E32-D574-13AE4C2CC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576" y="710660"/>
            <a:ext cx="5100365" cy="381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FF191A-5C62-9203-C11F-511FAAF22AB0}"/>
              </a:ext>
            </a:extLst>
          </p:cNvPr>
          <p:cNvSpPr txBox="1"/>
          <p:nvPr/>
        </p:nvSpPr>
        <p:spPr>
          <a:xfrm>
            <a:off x="2535475" y="700418"/>
            <a:ext cx="38546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000000"/>
                </a:solidFill>
                <a:effectLst/>
                <a:hlinkClick r:id="rId5"/>
              </a:rPr>
              <a:t>Rubber vs PTFE Comparison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All Radium Engineering PTFE hoses have been successfully tested in-house to 1200psi although PTFE can typically withstand 2500psi+. They are also for extreme temperatures (-94F to +480F). They feature an extruded PTFE (fluoropolymer) core wrapped in a stainless steel wire braided sleeve. The outer coating for the universal DIY ends is braided PET. All hose ends are type-II black anodized aluminum.  </a:t>
            </a:r>
            <a:endParaRPr lang="en-US" sz="1100" dirty="0"/>
          </a:p>
        </p:txBody>
      </p:sp>
      <p:pic>
        <p:nvPicPr>
          <p:cNvPr id="2056" name="Picture 8" descr="Fuel Line Fittings Installation Tool, Fuel Hose Connect Tool Kit for Oil  cooling pipe AN connector installation, for 4AN 6AN 8AN 10AN 12AN">
            <a:extLst>
              <a:ext uri="{FF2B5EF4-FFF2-40B4-BE49-F238E27FC236}">
                <a16:creationId xmlns:a16="http://schemas.microsoft.com/office/drawing/2014/main" id="{0978A1D1-9560-A98C-15C6-6903BEB230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5"/>
          <a:stretch>
            <a:fillRect/>
          </a:stretch>
        </p:blipFill>
        <p:spPr bwMode="auto">
          <a:xfrm>
            <a:off x="2325430" y="5500754"/>
            <a:ext cx="1963039" cy="127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110AC9-01EF-0903-1B57-AB04C4A60934}"/>
              </a:ext>
            </a:extLst>
          </p:cNvPr>
          <p:cNvSpPr txBox="1"/>
          <p:nvPr/>
        </p:nvSpPr>
        <p:spPr>
          <a:xfrm>
            <a:off x="4572947" y="5009199"/>
            <a:ext cx="4375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How to Pressure Test Assembled Hose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A801DA-452C-52E9-571E-14F3F09BBE77}"/>
              </a:ext>
            </a:extLst>
          </p:cNvPr>
          <p:cNvSpPr txBox="1"/>
          <p:nvPr/>
        </p:nvSpPr>
        <p:spPr>
          <a:xfrm>
            <a:off x="362391" y="71054"/>
            <a:ext cx="4607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AN Hose Info &amp; Installation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5139CF-BD42-E952-FF62-93800B5047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3333" y="5311937"/>
            <a:ext cx="2313510" cy="15224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7E3D248-DD0F-E8DD-8831-EF76793DACF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9" t="19636" b="13032"/>
          <a:stretch>
            <a:fillRect/>
          </a:stretch>
        </p:blipFill>
        <p:spPr>
          <a:xfrm>
            <a:off x="37807" y="5712177"/>
            <a:ext cx="2313511" cy="9257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A0E9C72-B80A-0295-3404-4BA0CDDD3DD3}"/>
              </a:ext>
            </a:extLst>
          </p:cNvPr>
          <p:cNvSpPr txBox="1"/>
          <p:nvPr/>
        </p:nvSpPr>
        <p:spPr>
          <a:xfrm>
            <a:off x="258460" y="5006155"/>
            <a:ext cx="397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10"/>
              </a:rPr>
              <a:t>How to use AN Hose Installation Tool</a:t>
            </a:r>
            <a:endParaRPr lang="en-US" dirty="0"/>
          </a:p>
        </p:txBody>
      </p:sp>
      <p:pic>
        <p:nvPicPr>
          <p:cNvPr id="2058" name="Picture 10" descr="PTNHZ Aluminum 4&amp;#34; Vise Jaw Protective Inserts for Wide Array of Vices - with Magnetic Back(Blue)">
            <a:extLst>
              <a:ext uri="{FF2B5EF4-FFF2-40B4-BE49-F238E27FC236}">
                <a16:creationId xmlns:a16="http://schemas.microsoft.com/office/drawing/2014/main" id="{EC2A9F59-5CFA-8AEE-B62E-2B60EC0AA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003" y="5697556"/>
            <a:ext cx="1185740" cy="8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9E35C42-606F-FAB6-1FE5-15F930788B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32454" y="5643221"/>
            <a:ext cx="737057" cy="93573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29EAC24-EA06-6CD5-B7CE-1BA898CBD1FD}"/>
              </a:ext>
            </a:extLst>
          </p:cNvPr>
          <p:cNvSpPr txBox="1"/>
          <p:nvPr/>
        </p:nvSpPr>
        <p:spPr>
          <a:xfrm>
            <a:off x="8681891" y="5024410"/>
            <a:ext cx="3251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Connect hose ends to fittings with AN hose wrench &amp; only clamp with vise protector</a:t>
            </a:r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92B42860-416C-C365-131A-EB4ECBE6C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8" y="2235016"/>
            <a:ext cx="1507107" cy="122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5AD8269-1351-DAFF-23F7-09A033FE1A06}"/>
              </a:ext>
            </a:extLst>
          </p:cNvPr>
          <p:cNvSpPr txBox="1"/>
          <p:nvPr/>
        </p:nvSpPr>
        <p:spPr>
          <a:xfrm>
            <a:off x="2580475" y="2234565"/>
            <a:ext cx="374123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hlinkClick r:id="rId14"/>
              </a:rPr>
              <a:t>Fitting Type Overview.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The White Tiburon will use a combination of </a:t>
            </a:r>
            <a:r>
              <a:rPr lang="en-US" sz="1100" b="0" i="0" dirty="0">
                <a:solidFill>
                  <a:srgbClr val="000000"/>
                </a:solidFill>
                <a:effectLst/>
                <a:hlinkClick r:id="rId15"/>
              </a:rPr>
              <a:t>AN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, </a:t>
            </a:r>
            <a:r>
              <a:rPr lang="en-US" sz="1100" b="0" i="0" dirty="0">
                <a:solidFill>
                  <a:srgbClr val="000000"/>
                </a:solidFill>
                <a:effectLst/>
                <a:hlinkClick r:id="rId16"/>
              </a:rPr>
              <a:t>ORB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 and </a:t>
            </a:r>
            <a:r>
              <a:rPr lang="en-US" sz="1100" b="0" i="0" dirty="0">
                <a:solidFill>
                  <a:srgbClr val="000000"/>
                </a:solidFill>
                <a:effectLst/>
                <a:hlinkClick r:id="rId17"/>
              </a:rPr>
              <a:t>NPT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 fittings for sensor taps fuel and power steering </a:t>
            </a:r>
            <a:r>
              <a:rPr lang="en-US" sz="1100" b="0" i="0" dirty="0" err="1">
                <a:solidFill>
                  <a:srgbClr val="000000"/>
                </a:solidFill>
                <a:effectLst/>
              </a:rPr>
              <a:t>steering</a:t>
            </a:r>
            <a:r>
              <a:rPr lang="en-US" sz="1100" dirty="0">
                <a:solidFill>
                  <a:srgbClr val="000000"/>
                </a:solidFill>
              </a:rPr>
              <a:t>. </a:t>
            </a:r>
            <a:r>
              <a:rPr lang="en-US" sz="1100" dirty="0"/>
              <a:t>DO NOT use tape or sealant on AN  or ORB fittings and DO NOIT use AN or ORB with different flare-type fittings. </a:t>
            </a:r>
          </a:p>
          <a:p>
            <a:endParaRPr lang="en-US" sz="1100" dirty="0">
              <a:solidFill>
                <a:srgbClr val="0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AN fittings are a flare fitting, using 37° flared tubing to form a metal-to-metal seal, meet SAE Aerospace (AS) standards.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ORB fittings are Commonly knowns as the O-ring boss (ORB), these types of fittings are defined by the SAE J1926 standard. The O-ring allows for an extremely tight seal that can withstand high pressures, useful for hydraulic and other automotive applications.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038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D928E-2F79-31C6-C376-FCECF9FA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CB7102F6-75ED-D50E-1ED9-22C97A47CD2B}"/>
              </a:ext>
            </a:extLst>
          </p:cNvPr>
          <p:cNvSpPr/>
          <p:nvPr/>
        </p:nvSpPr>
        <p:spPr>
          <a:xfrm>
            <a:off x="3860779" y="5608244"/>
            <a:ext cx="1151900" cy="712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Power Steering Reservoir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6BFEC99-D238-0EBC-EC41-39603C7CB4EA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2610878" y="3203293"/>
            <a:ext cx="1491680" cy="15098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F172B61-8867-FC90-B19D-9C8192D36A69}"/>
              </a:ext>
            </a:extLst>
          </p:cNvPr>
          <p:cNvSpPr txBox="1"/>
          <p:nvPr/>
        </p:nvSpPr>
        <p:spPr>
          <a:xfrm>
            <a:off x="411748" y="3847481"/>
            <a:ext cx="1319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Braided PTFE 6AN Hose</a:t>
            </a:r>
            <a:endParaRPr lang="en-US" sz="1200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5EB015C-9D62-5659-4D81-87E88341B21F}"/>
              </a:ext>
            </a:extLst>
          </p:cNvPr>
          <p:cNvCxnSpPr>
            <a:cxnSpLocks/>
          </p:cNvCxnSpPr>
          <p:nvPr/>
        </p:nvCxnSpPr>
        <p:spPr>
          <a:xfrm>
            <a:off x="1506277" y="1714297"/>
            <a:ext cx="32557" cy="479599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4BD5DB3-5F1C-293D-8616-42A59D3D11B6}"/>
              </a:ext>
            </a:extLst>
          </p:cNvPr>
          <p:cNvSpPr txBox="1"/>
          <p:nvPr/>
        </p:nvSpPr>
        <p:spPr>
          <a:xfrm>
            <a:off x="960974" y="1265850"/>
            <a:ext cx="287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Firewall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80F613E-F900-B0A2-F511-7B15DFD02A40}"/>
              </a:ext>
            </a:extLst>
          </p:cNvPr>
          <p:cNvSpPr/>
          <p:nvPr/>
        </p:nvSpPr>
        <p:spPr>
          <a:xfrm>
            <a:off x="4105063" y="3000538"/>
            <a:ext cx="1024538" cy="4848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Power Steering Pump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87CFF5F-3382-95A9-65A4-F5CF14DEA489}"/>
              </a:ext>
            </a:extLst>
          </p:cNvPr>
          <p:cNvSpPr/>
          <p:nvPr/>
        </p:nvSpPr>
        <p:spPr>
          <a:xfrm>
            <a:off x="4102558" y="4276678"/>
            <a:ext cx="1024538" cy="4848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hlinkClick r:id="rId4"/>
              </a:rPr>
              <a:t>10 AN dry break fitting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46D0FC1-FEF1-7FEC-307A-74B0AA98C09C}"/>
              </a:ext>
            </a:extLst>
          </p:cNvPr>
          <p:cNvCxnSpPr>
            <a:cxnSpLocks/>
          </p:cNvCxnSpPr>
          <p:nvPr/>
        </p:nvCxnSpPr>
        <p:spPr>
          <a:xfrm flipH="1" flipV="1">
            <a:off x="5899158" y="5439699"/>
            <a:ext cx="495696" cy="64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Dry Brake -6AN Aluminum, BLACK">
            <a:extLst>
              <a:ext uri="{FF2B5EF4-FFF2-40B4-BE49-F238E27FC236}">
                <a16:creationId xmlns:a16="http://schemas.microsoft.com/office/drawing/2014/main" id="{3DE287CA-ECAF-BB7F-7977-A01FE77B4F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1" t="31352" r="10034" b="29447"/>
          <a:stretch>
            <a:fillRect/>
          </a:stretch>
        </p:blipFill>
        <p:spPr bwMode="auto">
          <a:xfrm>
            <a:off x="5343172" y="4136590"/>
            <a:ext cx="1254339" cy="61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4D6B5523-0011-37A0-D1B8-851B9930DFCB}"/>
              </a:ext>
            </a:extLst>
          </p:cNvPr>
          <p:cNvSpPr txBox="1"/>
          <p:nvPr/>
        </p:nvSpPr>
        <p:spPr>
          <a:xfrm>
            <a:off x="136885" y="80820"/>
            <a:ext cx="4119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Power Steering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F8D491-6261-49D9-DD89-9A907B354741}"/>
              </a:ext>
            </a:extLst>
          </p:cNvPr>
          <p:cNvSpPr txBox="1"/>
          <p:nvPr/>
        </p:nvSpPr>
        <p:spPr>
          <a:xfrm>
            <a:off x="5311504" y="5885243"/>
            <a:ext cx="2873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Braided PTFE 10AN Hose</a:t>
            </a:r>
            <a:endParaRPr lang="en-US" sz="1200" dirty="0"/>
          </a:p>
        </p:txBody>
      </p:sp>
      <p:pic>
        <p:nvPicPr>
          <p:cNvPr id="13" name="Picture 18" descr="Radium Engineering 20-0638 - Radium Engineering AN Hose">
            <a:extLst>
              <a:ext uri="{FF2B5EF4-FFF2-40B4-BE49-F238E27FC236}">
                <a16:creationId xmlns:a16="http://schemas.microsoft.com/office/drawing/2014/main" id="{C00112AB-7F60-366D-ADC2-C2DBB5D29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3" t="9905" r="7694" b="14821"/>
          <a:stretch>
            <a:fillRect/>
          </a:stretch>
        </p:blipFill>
        <p:spPr bwMode="auto">
          <a:xfrm>
            <a:off x="5582604" y="4929930"/>
            <a:ext cx="1041836" cy="87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464D6C-C331-AC26-C4D9-B327DCAA8328}"/>
              </a:ext>
            </a:extLst>
          </p:cNvPr>
          <p:cNvCxnSpPr>
            <a:stCxn id="48" idx="0"/>
            <a:endCxn id="113" idx="2"/>
          </p:cNvCxnSpPr>
          <p:nvPr/>
        </p:nvCxnSpPr>
        <p:spPr>
          <a:xfrm flipV="1">
            <a:off x="4436729" y="4761515"/>
            <a:ext cx="178098" cy="846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ECD997-E2FE-3E7D-10A2-EE2692B3061A}"/>
              </a:ext>
            </a:extLst>
          </p:cNvPr>
          <p:cNvCxnSpPr>
            <a:stCxn id="113" idx="0"/>
            <a:endCxn id="112" idx="2"/>
          </p:cNvCxnSpPr>
          <p:nvPr/>
        </p:nvCxnSpPr>
        <p:spPr>
          <a:xfrm flipV="1">
            <a:off x="4614827" y="3485375"/>
            <a:ext cx="2505" cy="791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DDF8D20-FD67-7C8E-6D35-1B75317FFAE4}"/>
              </a:ext>
            </a:extLst>
          </p:cNvPr>
          <p:cNvSpPr/>
          <p:nvPr/>
        </p:nvSpPr>
        <p:spPr>
          <a:xfrm>
            <a:off x="1542751" y="1964653"/>
            <a:ext cx="788283" cy="16658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Steering Rack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A05595-E215-D5D4-3C0A-7E6582DB6D2B}"/>
              </a:ext>
            </a:extLst>
          </p:cNvPr>
          <p:cNvCxnSpPr>
            <a:cxnSpLocks/>
          </p:cNvCxnSpPr>
          <p:nvPr/>
        </p:nvCxnSpPr>
        <p:spPr>
          <a:xfrm>
            <a:off x="1728445" y="3596644"/>
            <a:ext cx="88562" cy="7248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85201025-CE00-B23B-E25E-0A0C499510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776" t="-459" r="2209" b="13401"/>
          <a:stretch>
            <a:fillRect/>
          </a:stretch>
        </p:blipFill>
        <p:spPr>
          <a:xfrm>
            <a:off x="1586340" y="4330367"/>
            <a:ext cx="1024538" cy="765497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B78DC3-0AFE-3DE6-95D5-3FAC4E29C4AF}"/>
              </a:ext>
            </a:extLst>
          </p:cNvPr>
          <p:cNvCxnSpPr>
            <a:cxnSpLocks/>
          </p:cNvCxnSpPr>
          <p:nvPr/>
        </p:nvCxnSpPr>
        <p:spPr>
          <a:xfrm flipH="1" flipV="1">
            <a:off x="2196872" y="3630552"/>
            <a:ext cx="136667" cy="716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FF8E35-E8A1-B46E-3557-686A6B44941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141311" y="5007135"/>
            <a:ext cx="1719468" cy="9573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39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8575</TotalTime>
  <Words>578</Words>
  <Application>Microsoft Office PowerPoint</Application>
  <PresentationFormat>Widescreen</PresentationFormat>
  <Paragraphs>80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Favetto</dc:creator>
  <cp:lastModifiedBy>Julian Favetto</cp:lastModifiedBy>
  <cp:revision>4</cp:revision>
  <dcterms:created xsi:type="dcterms:W3CDTF">2025-06-10T11:10:31Z</dcterms:created>
  <dcterms:modified xsi:type="dcterms:W3CDTF">2025-08-13T14:06:34Z</dcterms:modified>
</cp:coreProperties>
</file>