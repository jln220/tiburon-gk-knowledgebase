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45C5-4715-A5CD-F978-6E610B83F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49B53-CE91-3188-9B62-C23DC96BA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78827-2024-D8E3-A580-A6989B54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05ABA-47F0-46DF-40B7-506AAD1C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DAAEE-64B9-AABA-3A3B-05670C2C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E3A2-C49A-03F6-DE3D-FBFE9472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5D0F-5BC5-4B1B-68C9-928B2E4E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38E15-C88D-E8DE-2909-4174A7EB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D49C4-08B8-5693-DE9E-A45921C8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AA624-FFFB-CADC-9584-5ADD7F02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9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4308-67E1-6E17-D054-AF0C84A2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D9D13-E439-920F-C4BE-0DBDFAC6D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B5DF1-977F-5ADC-2F16-39BCD1BF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598BD-73B7-2052-84DD-89B7926A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E8B64-E48F-6C62-69E9-15E6FA68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EE05-AD78-D98F-FA00-0E4DB1FB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5BD5-AAAB-305A-9357-5131DACC8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D92F0-1B47-6CF5-7F6B-8CE902E6B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BB7D9-ACD3-662E-4564-D34F096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1B066-34F0-106D-B57A-1B3077ED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78291-28FB-6430-1C49-24404BE2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CD54-332B-6B1D-C71C-AA2E760E4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092AC-8D7C-19A3-8880-A93F8E1BA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3CB5B-958C-66C3-7CDE-ABE12E3EC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0E57E-7C21-B07A-175E-C12DEB503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9A868-5FC9-294B-11B1-ED0074D6B5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E7289-6A6B-1588-93A1-BE9DBAD1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7FD8E-4783-2079-F20E-1E01A7A1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F8361A-84EA-0A24-5E3E-6657A1D7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D0AF-C827-155B-0393-8778D065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C21C1-938A-4E26-F1B1-DE8B23F7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3D343-BD1C-89A7-DD9E-6E49F76A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B3E54-68DA-EC13-F927-0D96B3FB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7FF42-57AF-2982-7BA2-51F7BCA2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19DBC0-51FF-87FE-A6C0-9444BB86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61A43-77E8-4C0E-205F-73147F41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9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CE96-565E-6E6D-B1F4-0DB44F4C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88E6-52D3-C743-0F8E-51162F171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45AA4-F248-E2F7-06EE-70DCF3695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5A79B-DD03-C0DD-18C0-64472776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33B7D-A152-AAD4-722D-4D6FF8EE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75059-6B89-FB45-8B02-A9581813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3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54AF-781F-F9DC-59B4-3A0D8374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B1B2C-E63E-0243-73E0-7CD5F7D8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A728D-D5C5-178F-83E3-8C3D21EC7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C7F05-BDBC-580F-0DD5-EE0AE65B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D8B7F-EB95-4CA9-13D0-A5E6CE4C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0F400-99EA-F940-27DE-06A06D27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FDEA-36D8-E295-0CDF-091EC306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E38D2-5386-A442-8619-6E0229297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C2DC8-1225-83FA-BCEA-9AF28745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6A600-4CAA-4E4F-CD4A-C9ACF083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E616-8C3A-A01E-29A5-0452BE5E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8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FBA62-DEEE-362E-750C-3A5DBF1A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C0905-1D50-2C56-9286-1FF671EA2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35D3E-7F5F-02AF-C390-6811A23F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9476-DB35-7583-4F88-7A23A422B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0BAAC-E5F5-1204-2A9A-FE2F756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3C74D-C325-D4C0-8EF8-2AE789C3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23AA-C5A6-5907-AD48-53F7B0FA8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2FB9-67F7-559F-ED3D-DAB5D29FF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2E0B8-A31C-4D69-ADC6-4016F26C9D4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F329-9021-AD03-1ECF-0FF9BFED2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C3A1-F62C-C41C-46F7-14ADF369A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D8F48-04CA-4BCE-A66E-49C6F9D84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1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7521A5A-C0BF-02CB-611A-E8F29047AA68}"/>
              </a:ext>
            </a:extLst>
          </p:cNvPr>
          <p:cNvGrpSpPr/>
          <p:nvPr/>
        </p:nvGrpSpPr>
        <p:grpSpPr>
          <a:xfrm>
            <a:off x="8640782" y="4108801"/>
            <a:ext cx="851770" cy="1114816"/>
            <a:chOff x="8888600" y="5379335"/>
            <a:chExt cx="851770" cy="11148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A7539B-F53B-97FB-2668-A6C1D1E84781}"/>
                </a:ext>
              </a:extLst>
            </p:cNvPr>
            <p:cNvSpPr/>
            <p:nvPr/>
          </p:nvSpPr>
          <p:spPr>
            <a:xfrm>
              <a:off x="8888600" y="5379335"/>
              <a:ext cx="851770" cy="111481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lus Sign 4">
              <a:extLst>
                <a:ext uri="{FF2B5EF4-FFF2-40B4-BE49-F238E27FC236}">
                  <a16:creationId xmlns:a16="http://schemas.microsoft.com/office/drawing/2014/main" id="{8DB8A448-7E21-D1F0-6FE6-3A2D7B70B680}"/>
                </a:ext>
              </a:extLst>
            </p:cNvPr>
            <p:cNvSpPr/>
            <p:nvPr/>
          </p:nvSpPr>
          <p:spPr>
            <a:xfrm>
              <a:off x="9136417" y="5379335"/>
              <a:ext cx="356135" cy="356135"/>
            </a:xfrm>
            <a:prstGeom prst="mathPlus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Minus Sign 5">
              <a:extLst>
                <a:ext uri="{FF2B5EF4-FFF2-40B4-BE49-F238E27FC236}">
                  <a16:creationId xmlns:a16="http://schemas.microsoft.com/office/drawing/2014/main" id="{B4D494C5-2D60-C1A7-744C-A764F13026D0}"/>
                </a:ext>
              </a:extLst>
            </p:cNvPr>
            <p:cNvSpPr/>
            <p:nvPr/>
          </p:nvSpPr>
          <p:spPr>
            <a:xfrm>
              <a:off x="9136417" y="6032139"/>
              <a:ext cx="356135" cy="462012"/>
            </a:xfrm>
            <a:prstGeom prst="mathMinus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365837B-C310-F82A-C5F8-31C5E4B61BC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05572" y="5130725"/>
            <a:ext cx="1335209" cy="654058"/>
          </a:xfrm>
          <a:prstGeom prst="bentConnector3">
            <a:avLst>
              <a:gd name="adj1" fmla="val 101903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052A8A-7227-BDC7-0D1A-99CDFB40F62D}"/>
              </a:ext>
            </a:extLst>
          </p:cNvPr>
          <p:cNvSpPr txBox="1"/>
          <p:nvPr/>
        </p:nvSpPr>
        <p:spPr>
          <a:xfrm>
            <a:off x="6795054" y="5807395"/>
            <a:ext cx="102103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Chassis Ground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884A102-BD67-7CDB-32EA-FB6083DEA4C8}"/>
              </a:ext>
            </a:extLst>
          </p:cNvPr>
          <p:cNvCxnSpPr>
            <a:cxnSpLocks/>
          </p:cNvCxnSpPr>
          <p:nvPr/>
        </p:nvCxnSpPr>
        <p:spPr>
          <a:xfrm rot="10800000">
            <a:off x="7228556" y="3776235"/>
            <a:ext cx="1409525" cy="1216377"/>
          </a:xfrm>
          <a:prstGeom prst="bentConnector3">
            <a:avLst>
              <a:gd name="adj1" fmla="val 99167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F2317B7-AB6F-2E78-A085-BB3AB1D2EBD6}"/>
              </a:ext>
            </a:extLst>
          </p:cNvPr>
          <p:cNvCxnSpPr>
            <a:cxnSpLocks/>
            <a:endCxn id="84" idx="6"/>
          </p:cNvCxnSpPr>
          <p:nvPr/>
        </p:nvCxnSpPr>
        <p:spPr>
          <a:xfrm rot="16200000" flipV="1">
            <a:off x="6564903" y="2573487"/>
            <a:ext cx="3411090" cy="817177"/>
          </a:xfrm>
          <a:prstGeom prst="bentConnector2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7DCFAB-5D05-295A-1CE8-DE3D1EBA6A83}"/>
              </a:ext>
            </a:extLst>
          </p:cNvPr>
          <p:cNvSpPr txBox="1"/>
          <p:nvPr/>
        </p:nvSpPr>
        <p:spPr>
          <a:xfrm>
            <a:off x="7194254" y="240016"/>
            <a:ext cx="9790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Engine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954A6F-E1AD-5C87-B1F7-6488A200B31A}"/>
              </a:ext>
            </a:extLst>
          </p:cNvPr>
          <p:cNvSpPr txBox="1"/>
          <p:nvPr/>
        </p:nvSpPr>
        <p:spPr>
          <a:xfrm>
            <a:off x="6530733" y="3377740"/>
            <a:ext cx="14424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Clean Bus -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0B16D3A-FE4B-CAF0-03A2-DF5960F0DCBB}"/>
              </a:ext>
            </a:extLst>
          </p:cNvPr>
          <p:cNvSpPr/>
          <p:nvPr/>
        </p:nvSpPr>
        <p:spPr>
          <a:xfrm>
            <a:off x="2734026" y="423280"/>
            <a:ext cx="1098414" cy="981778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Killswitch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C6A8AFD9-9300-C11D-E9A5-C7E1B2324F9A}"/>
              </a:ext>
            </a:extLst>
          </p:cNvPr>
          <p:cNvCxnSpPr>
            <a:cxnSpLocks/>
            <a:stCxn id="47" idx="4"/>
          </p:cNvCxnSpPr>
          <p:nvPr/>
        </p:nvCxnSpPr>
        <p:spPr>
          <a:xfrm rot="16200000" flipH="1">
            <a:off x="4481211" y="207079"/>
            <a:ext cx="2979368" cy="5375325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ACDAFF0-9B7E-5733-122F-F2C256B52FD2}"/>
              </a:ext>
            </a:extLst>
          </p:cNvPr>
          <p:cNvSpPr txBox="1"/>
          <p:nvPr/>
        </p:nvSpPr>
        <p:spPr>
          <a:xfrm>
            <a:off x="4923423" y="3378481"/>
            <a:ext cx="15110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Clean Bus+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4A4C096-D255-5A7D-0F73-D42DF33D76F8}"/>
              </a:ext>
            </a:extLst>
          </p:cNvPr>
          <p:cNvCxnSpPr>
            <a:cxnSpLocks/>
            <a:stCxn id="73" idx="2"/>
          </p:cNvCxnSpPr>
          <p:nvPr/>
        </p:nvCxnSpPr>
        <p:spPr>
          <a:xfrm rot="16200000" flipH="1">
            <a:off x="6250620" y="1802807"/>
            <a:ext cx="397068" cy="4418804"/>
          </a:xfrm>
          <a:prstGeom prst="bentConnector2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B3B5207-5955-76F6-78F1-C94750FE1BC6}"/>
              </a:ext>
            </a:extLst>
          </p:cNvPr>
          <p:cNvSpPr txBox="1"/>
          <p:nvPr/>
        </p:nvSpPr>
        <p:spPr>
          <a:xfrm>
            <a:off x="3819936" y="2229690"/>
            <a:ext cx="97907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Switch Panel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90CDB4-BDFA-6FF2-AD21-9304CBFE84B5}"/>
              </a:ext>
            </a:extLst>
          </p:cNvPr>
          <p:cNvSpPr txBox="1"/>
          <p:nvPr/>
        </p:nvSpPr>
        <p:spPr>
          <a:xfrm>
            <a:off x="4670729" y="158945"/>
            <a:ext cx="174730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Starter</a:t>
            </a:r>
          </a:p>
          <a:p>
            <a:pPr algn="ctr"/>
            <a:r>
              <a:rPr lang="en-US" dirty="0"/>
              <a:t>Alternator</a:t>
            </a:r>
          </a:p>
          <a:p>
            <a:pPr algn="ctr"/>
            <a:r>
              <a:rPr lang="en-US" dirty="0"/>
              <a:t>Fuse/Relay Box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4BF3077-F51A-0C47-0B9E-30D37FB4E4A5}"/>
              </a:ext>
            </a:extLst>
          </p:cNvPr>
          <p:cNvSpPr/>
          <p:nvPr/>
        </p:nvSpPr>
        <p:spPr>
          <a:xfrm>
            <a:off x="3964852" y="3322854"/>
            <a:ext cx="549799" cy="490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30A Relay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E71452E-E644-639C-67E6-ED810E2F5F4F}"/>
              </a:ext>
            </a:extLst>
          </p:cNvPr>
          <p:cNvCxnSpPr>
            <a:cxnSpLocks/>
            <a:stCxn id="47" idx="6"/>
            <a:endCxn id="61" idx="1"/>
          </p:cNvCxnSpPr>
          <p:nvPr/>
        </p:nvCxnSpPr>
        <p:spPr>
          <a:xfrm flipV="1">
            <a:off x="3832440" y="620610"/>
            <a:ext cx="838289" cy="293559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56DECAF3-ECB4-CC92-1934-2575D6AF5446}"/>
              </a:ext>
            </a:extLst>
          </p:cNvPr>
          <p:cNvSpPr/>
          <p:nvPr/>
        </p:nvSpPr>
        <p:spPr>
          <a:xfrm>
            <a:off x="7505724" y="1115139"/>
            <a:ext cx="356135" cy="322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F07A302-2F88-E06E-E174-6FA71AF230C0}"/>
              </a:ext>
            </a:extLst>
          </p:cNvPr>
          <p:cNvSpPr txBox="1"/>
          <p:nvPr/>
        </p:nvSpPr>
        <p:spPr>
          <a:xfrm>
            <a:off x="5879670" y="2108881"/>
            <a:ext cx="11701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Sensors</a:t>
            </a:r>
          </a:p>
          <a:p>
            <a:pPr algn="ctr"/>
            <a:r>
              <a:rPr lang="en-US" dirty="0"/>
              <a:t>Gauges</a:t>
            </a:r>
            <a:br>
              <a:rPr lang="en-US" dirty="0"/>
            </a:br>
            <a:r>
              <a:rPr lang="en-US" dirty="0"/>
              <a:t>Data Log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7A966D-41F5-3E62-A5DB-BA262F6359B6}"/>
              </a:ext>
            </a:extLst>
          </p:cNvPr>
          <p:cNvCxnSpPr>
            <a:cxnSpLocks/>
          </p:cNvCxnSpPr>
          <p:nvPr/>
        </p:nvCxnSpPr>
        <p:spPr>
          <a:xfrm flipH="1">
            <a:off x="5692861" y="1232034"/>
            <a:ext cx="182676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670649-1914-9F71-FAC9-D161643C5AD4}"/>
              </a:ext>
            </a:extLst>
          </p:cNvPr>
          <p:cNvCxnSpPr>
            <a:cxnSpLocks/>
          </p:cNvCxnSpPr>
          <p:nvPr/>
        </p:nvCxnSpPr>
        <p:spPr>
          <a:xfrm flipV="1">
            <a:off x="5688653" y="1143841"/>
            <a:ext cx="0" cy="1678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0F3645-3F94-D43B-CA25-666E622786E4}"/>
              </a:ext>
            </a:extLst>
          </p:cNvPr>
          <p:cNvCxnSpPr>
            <a:stCxn id="28" idx="2"/>
            <a:endCxn id="84" idx="0"/>
          </p:cNvCxnSpPr>
          <p:nvPr/>
        </p:nvCxnSpPr>
        <p:spPr>
          <a:xfrm>
            <a:off x="7683791" y="609348"/>
            <a:ext cx="1" cy="50579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7669F0-8C43-CDB2-7DFE-40F43C561E87}"/>
              </a:ext>
            </a:extLst>
          </p:cNvPr>
          <p:cNvCxnSpPr>
            <a:cxnSpLocks/>
            <a:stCxn id="61" idx="3"/>
            <a:endCxn id="84" idx="1"/>
          </p:cNvCxnSpPr>
          <p:nvPr/>
        </p:nvCxnSpPr>
        <p:spPr>
          <a:xfrm>
            <a:off x="6418032" y="620610"/>
            <a:ext cx="1139847" cy="54179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1BC9E6E-F25B-F472-F842-26E133CF40F8}"/>
              </a:ext>
            </a:extLst>
          </p:cNvPr>
          <p:cNvCxnSpPr>
            <a:cxnSpLocks/>
          </p:cNvCxnSpPr>
          <p:nvPr/>
        </p:nvCxnSpPr>
        <p:spPr>
          <a:xfrm rot="10800000">
            <a:off x="4130816" y="923736"/>
            <a:ext cx="1536009" cy="328926"/>
          </a:xfrm>
          <a:prstGeom prst="bentConnector3">
            <a:avLst>
              <a:gd name="adj1" fmla="val 10013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0F16B37-F327-D52C-498C-4F93F8E1A1E1}"/>
              </a:ext>
            </a:extLst>
          </p:cNvPr>
          <p:cNvCxnSpPr>
            <a:stCxn id="73" idx="3"/>
            <a:endCxn id="54" idx="1"/>
          </p:cNvCxnSpPr>
          <p:nvPr/>
        </p:nvCxnSpPr>
        <p:spPr>
          <a:xfrm flipV="1">
            <a:off x="4514651" y="3563147"/>
            <a:ext cx="408772" cy="5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33A91C3-F9A5-B2F2-EB6B-E912C2A14206}"/>
              </a:ext>
            </a:extLst>
          </p:cNvPr>
          <p:cNvSpPr txBox="1"/>
          <p:nvPr/>
        </p:nvSpPr>
        <p:spPr>
          <a:xfrm>
            <a:off x="2977040" y="5968244"/>
            <a:ext cx="12115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Coolsuit</a:t>
            </a:r>
            <a:endParaRPr lang="en-US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5EC32A4-114E-3CC0-4B4F-024328513523}"/>
              </a:ext>
            </a:extLst>
          </p:cNvPr>
          <p:cNvCxnSpPr>
            <a:stCxn id="67" idx="3"/>
            <a:endCxn id="17" idx="1"/>
          </p:cNvCxnSpPr>
          <p:nvPr/>
        </p:nvCxnSpPr>
        <p:spPr>
          <a:xfrm flipV="1">
            <a:off x="4188575" y="6130561"/>
            <a:ext cx="2606479" cy="22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1B2AF8A9-1E64-3B9D-0323-DC03AA110FA6}"/>
              </a:ext>
            </a:extLst>
          </p:cNvPr>
          <p:cNvSpPr/>
          <p:nvPr/>
        </p:nvSpPr>
        <p:spPr>
          <a:xfrm>
            <a:off x="7459126" y="3896966"/>
            <a:ext cx="459596" cy="397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30A Fuse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5B72331-6C9F-BDD6-D2A7-A806A2DAF8EF}"/>
              </a:ext>
            </a:extLst>
          </p:cNvPr>
          <p:cNvSpPr/>
          <p:nvPr/>
        </p:nvSpPr>
        <p:spPr>
          <a:xfrm>
            <a:off x="8008332" y="4294035"/>
            <a:ext cx="459596" cy="397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100A Fuse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EB161B6-DF25-52DC-B6BE-AAFE3C5B921E}"/>
              </a:ext>
            </a:extLst>
          </p:cNvPr>
          <p:cNvSpPr txBox="1"/>
          <p:nvPr/>
        </p:nvSpPr>
        <p:spPr>
          <a:xfrm>
            <a:off x="4854428" y="1424576"/>
            <a:ext cx="12115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Defroster</a:t>
            </a:r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6DC44249-7A41-E418-7F36-5E85DB53B4F7}"/>
              </a:ext>
            </a:extLst>
          </p:cNvPr>
          <p:cNvCxnSpPr>
            <a:cxnSpLocks/>
            <a:stCxn id="96" idx="3"/>
          </p:cNvCxnSpPr>
          <p:nvPr/>
        </p:nvCxnSpPr>
        <p:spPr>
          <a:xfrm flipV="1">
            <a:off x="6065963" y="1331672"/>
            <a:ext cx="1559953" cy="277570"/>
          </a:xfrm>
          <a:prstGeom prst="bentConnector3">
            <a:avLst>
              <a:gd name="adj1" fmla="val 99362"/>
            </a:avLst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F5CE6FD7-D832-C8D9-A4EC-E089AB5009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04341" y="1426735"/>
            <a:ext cx="1298611" cy="269857"/>
          </a:xfrm>
          <a:prstGeom prst="bentConnector3">
            <a:avLst>
              <a:gd name="adj1" fmla="val 50000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A5E27E13-5A89-D993-0ABD-0AB14075FD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82785" y="1740185"/>
            <a:ext cx="648835" cy="330174"/>
          </a:xfrm>
          <a:prstGeom prst="bentConnector3">
            <a:avLst>
              <a:gd name="adj1" fmla="val 98955"/>
            </a:avLst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361A3E78-0738-AD32-CBE9-21BF41F18F85}"/>
              </a:ext>
            </a:extLst>
          </p:cNvPr>
          <p:cNvCxnSpPr>
            <a:cxnSpLocks/>
            <a:stCxn id="67" idx="0"/>
            <a:endCxn id="60" idx="1"/>
          </p:cNvCxnSpPr>
          <p:nvPr/>
        </p:nvCxnSpPr>
        <p:spPr>
          <a:xfrm rot="5400000" flipH="1" flipV="1">
            <a:off x="1993678" y="4141986"/>
            <a:ext cx="3415388" cy="237128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51B53C7-A502-8A97-B0AB-C6D2A9193899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4239752" y="2894741"/>
            <a:ext cx="0" cy="4281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BCE5D4BC-0D0A-8896-7632-97A8C43FC1E9}"/>
              </a:ext>
            </a:extLst>
          </p:cNvPr>
          <p:cNvCxnSpPr>
            <a:cxnSpLocks/>
            <a:stCxn id="54" idx="0"/>
            <a:endCxn id="88" idx="1"/>
          </p:cNvCxnSpPr>
          <p:nvPr/>
        </p:nvCxnSpPr>
        <p:spPr>
          <a:xfrm rot="5400000" flipH="1" flipV="1">
            <a:off x="5375350" y="2874161"/>
            <a:ext cx="807935" cy="200706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D9AC6B10-D7A2-E4AA-302F-C5DF1BE6D1C4}"/>
              </a:ext>
            </a:extLst>
          </p:cNvPr>
          <p:cNvCxnSpPr>
            <a:cxnSpLocks/>
            <a:stCxn id="29" idx="0"/>
            <a:endCxn id="88" idx="3"/>
          </p:cNvCxnSpPr>
          <p:nvPr/>
        </p:nvCxnSpPr>
        <p:spPr>
          <a:xfrm rot="16200000" flipV="1">
            <a:off x="6747302" y="2873086"/>
            <a:ext cx="807194" cy="202113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62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Favetto</dc:creator>
  <cp:lastModifiedBy>Julian Favetto</cp:lastModifiedBy>
  <cp:revision>5</cp:revision>
  <dcterms:created xsi:type="dcterms:W3CDTF">2025-01-25T15:39:41Z</dcterms:created>
  <dcterms:modified xsi:type="dcterms:W3CDTF">2025-01-28T01:48:28Z</dcterms:modified>
</cp:coreProperties>
</file>