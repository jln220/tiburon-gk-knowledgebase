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7" r:id="rId2"/>
    <p:sldId id="261" r:id="rId3"/>
    <p:sldId id="258" r:id="rId4"/>
    <p:sldId id="260" r:id="rId5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20014" autoAdjust="0"/>
    <p:restoredTop sz="94660"/>
  </p:normalViewPr>
  <p:slideViewPr>
    <p:cSldViewPr snapToGrid="0">
      <p:cViewPr varScale="1">
        <p:scale>
          <a:sx n="81" d="100"/>
          <a:sy n="81" d="100"/>
        </p:scale>
        <p:origin x="1374" y="30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presProps" Target="presProps.xml"/><Relationship Id="rId5" Type="http://schemas.openxmlformats.org/officeDocument/2006/relationships/slide" Target="slides/slide4.xml"/><Relationship Id="rId4" Type="http://schemas.openxmlformats.org/officeDocument/2006/relationships/slide" Target="slides/slide3.xml"/><Relationship Id="rId9" Type="http://schemas.openxmlformats.org/officeDocument/2006/relationships/tableStyles" Target="tableStyle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9DF45C5-4715-A5CD-F978-6E610B83F670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4A449B53-CE91-3188-9B62-C23DC96BACA1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FA78827-2024-D8E3-A580-A6989B54023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B62E0B8-A31C-4D69-ADC6-4016F26C9D49}" type="datetimeFigureOut">
              <a:rPr lang="en-US" smtClean="0"/>
              <a:t>8/25/2025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9B05ABA-47F0-46DF-40B7-506AAD1C2B4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7EDAAEE-64B9-AABA-3A3B-05670C2C09F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15D8F48-04CA-4BCE-A66E-49C6F9D8481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1335344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080E3A2-C49A-03F6-DE3D-FBFE9472067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BF55D0F-5BC5-4B1B-68C9-928B2E4EA6F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1A38E15-C88D-E8DE-2909-4174A7EBA43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B62E0B8-A31C-4D69-ADC6-4016F26C9D49}" type="datetimeFigureOut">
              <a:rPr lang="en-US" smtClean="0"/>
              <a:t>8/25/2025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6DD49C4-08B8-5693-DE9E-A45921C8B11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52AA624-FFFB-CADC-9584-5ADD7F020A1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15D8F48-04CA-4BCE-A66E-49C6F9D8481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5649213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DC14308-67E1-6E17-D054-AF0C84A23C3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869D9D13-E439-920F-C4BE-0DBDFAC6DC6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C9B5DF1-977F-5ADC-2F16-39BCD1BF717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B62E0B8-A31C-4D69-ADC6-4016F26C9D49}" type="datetimeFigureOut">
              <a:rPr lang="en-US" smtClean="0"/>
              <a:t>8/25/2025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CD598BD-73B7-2052-84DD-89B7926A5FF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8FE8B64-E48F-6C62-69E9-15E6FA681C4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15D8F48-04CA-4BCE-A66E-49C6F9D8481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61363559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66DEE05-AD78-D98F-FA00-0E4DB1FB8F7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0575BD5-AAAB-305A-9357-5131DACC8399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5FED92F0-1B47-6CF5-7F6B-8CE902E6B536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CD7BB7D9-ACD3-662E-4564-D34F096E458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B62E0B8-A31C-4D69-ADC6-4016F26C9D49}" type="datetimeFigureOut">
              <a:rPr lang="en-US" smtClean="0"/>
              <a:t>8/25/2025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FAC1B066-34F0-106D-B57A-1B3077ED41F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60978291-28FB-6430-1C49-24404BE26DB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15D8F48-04CA-4BCE-A66E-49C6F9D8481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782092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BE2CD54-332B-6B1D-C71C-AA2E760E432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D35092AC-8D7C-19A3-8880-A93F8E1BA48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BCB3CB5B-958C-66C3-7CDE-ABE12E3EC75E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4000E57E-7C21-B07A-175E-C12DEB503055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D439A868-5FC9-294B-11B1-ED0074D6B5C1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EDFE7289-6A6B-1588-93A1-BE9DBAD1CBD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B62E0B8-A31C-4D69-ADC6-4016F26C9D49}" type="datetimeFigureOut">
              <a:rPr lang="en-US" smtClean="0"/>
              <a:t>8/25/2025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0917FD8E-4783-2079-F20E-1E01A7A1A3A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ACF8361A-84EA-0A24-5E3E-6657A1D778D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15D8F48-04CA-4BCE-A66E-49C6F9D8481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8171811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7B0D0AF-C827-155B-0393-8778D065880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185C21C1-938A-4E26-F1B1-DE8B23F746E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B62E0B8-A31C-4D69-ADC6-4016F26C9D49}" type="datetimeFigureOut">
              <a:rPr lang="en-US" smtClean="0"/>
              <a:t>8/25/2025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0AF3D343-BD1C-89A7-DD9E-6E49F76A080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1CAB3E54-68DA-EC13-F927-0D96B3FB97B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15D8F48-04CA-4BCE-A66E-49C6F9D8481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531210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AC17FF42-57AF-2982-7BA2-51F7BCA28E9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B62E0B8-A31C-4D69-ADC6-4016F26C9D49}" type="datetimeFigureOut">
              <a:rPr lang="en-US" smtClean="0"/>
              <a:t>8/25/2025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3019DBC0-51FF-87FE-A6C0-9444BB8619D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AD361A43-77E8-4C0E-205F-73147F41B78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15D8F48-04CA-4BCE-A66E-49C6F9D8481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28498615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E50CE96-565E-6E6D-B1F4-0DB44F4C515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D4E88E6-52D3-C743-0F8E-51162F1711B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03E45AA4-F248-E2F7-06EE-70DCF3695E42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46E5A79B-DD03-C0DD-18C0-6447277696D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B62E0B8-A31C-4D69-ADC6-4016F26C9D49}" type="datetimeFigureOut">
              <a:rPr lang="en-US" smtClean="0"/>
              <a:t>8/25/2025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50F33B7D-A152-AAD4-722D-4D6FF8EEA1A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2B475059-6B89-FB45-8B02-A95818132F1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15D8F48-04CA-4BCE-A66E-49C6F9D8481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681393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27254AF-781F-F9DC-59B4-3A0D8374B1C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119B1B2C-E63E-0243-73E0-7CD5F7D85F02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669A728D-D5C5-178F-83E3-8C3D21EC75C7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89C7F05-BDBC-580F-0DD5-EE0AE65B574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B62E0B8-A31C-4D69-ADC6-4016F26C9D49}" type="datetimeFigureOut">
              <a:rPr lang="en-US" smtClean="0"/>
              <a:t>8/25/2025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0AD8B7F-EB95-4CA9-13D0-A5E6CE4CA5B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4470F400-99EA-F940-27DE-06A06D279E9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15D8F48-04CA-4BCE-A66E-49C6F9D8481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77020660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492FDEA-36D8-E295-0CDF-091EC306AE8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434E38D2-5386-A442-8619-6E0229297D4F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0DC2DC8-1225-83FA-BCEA-9AF28745552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B62E0B8-A31C-4D69-ADC6-4016F26C9D49}" type="datetimeFigureOut">
              <a:rPr lang="en-US" smtClean="0"/>
              <a:t>8/25/2025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EF6A600-4CAA-4E4F-CD4A-C9ACF08303A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6C1E616-8C3A-A01E-29A5-0452BE5EE19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15D8F48-04CA-4BCE-A66E-49C6F9D8481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9178766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3C9FBA62-DEEE-362E-750C-3A5DBF1AA50E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9E3C0905-1D50-2C56-9286-1FF671EA2C26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E435D3E-7F5F-02AF-C390-6811A23F584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B62E0B8-A31C-4D69-ADC6-4016F26C9D49}" type="datetimeFigureOut">
              <a:rPr lang="en-US" smtClean="0"/>
              <a:t>8/25/2025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4E09476-DB35-7583-4F88-7A23A422B20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B20BAAC-E5F5-1204-2A9A-FE2F756468E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15D8F48-04CA-4BCE-A66E-49C6F9D8481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4222064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9943C74D-C325-D4C0-8EF8-2AE789C3A31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32EF23AA-C5A6-5907-AD48-53F7B0FA8B1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7BF2FB9-67F7-559F-ED3D-DAB5D29FF27D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DB62E0B8-A31C-4D69-ADC6-4016F26C9D49}" type="datetimeFigureOut">
              <a:rPr lang="en-US" smtClean="0"/>
              <a:t>8/25/2025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319F329-9021-AD03-1ECF-0FF9BFED2178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697C3A1-F62C-C41C-46F7-14ADF369A2AC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815D8F48-04CA-4BCE-A66E-49C6F9D8481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4741272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2" name="Group 11">
            <a:extLst>
              <a:ext uri="{FF2B5EF4-FFF2-40B4-BE49-F238E27FC236}">
                <a16:creationId xmlns:a16="http://schemas.microsoft.com/office/drawing/2014/main" id="{27521A5A-C0BF-02CB-611A-E8F29047AA68}"/>
              </a:ext>
            </a:extLst>
          </p:cNvPr>
          <p:cNvGrpSpPr/>
          <p:nvPr/>
        </p:nvGrpSpPr>
        <p:grpSpPr>
          <a:xfrm>
            <a:off x="8640782" y="4108801"/>
            <a:ext cx="851770" cy="1114816"/>
            <a:chOff x="8888600" y="5379335"/>
            <a:chExt cx="851770" cy="1114816"/>
          </a:xfrm>
        </p:grpSpPr>
        <p:sp>
          <p:nvSpPr>
            <p:cNvPr id="4" name="Rectangle 3">
              <a:extLst>
                <a:ext uri="{FF2B5EF4-FFF2-40B4-BE49-F238E27FC236}">
                  <a16:creationId xmlns:a16="http://schemas.microsoft.com/office/drawing/2014/main" id="{0EA7539B-F53B-97FB-2668-A6C1D1E84781}"/>
                </a:ext>
              </a:extLst>
            </p:cNvPr>
            <p:cNvSpPr/>
            <p:nvPr/>
          </p:nvSpPr>
          <p:spPr>
            <a:xfrm>
              <a:off x="8888600" y="5379335"/>
              <a:ext cx="851770" cy="1114816"/>
            </a:xfrm>
            <a:prstGeom prst="rect">
              <a:avLst/>
            </a:prstGeom>
          </p:spPr>
          <p:style>
            <a:lnRef idx="2">
              <a:schemeClr val="dk1">
                <a:shade val="15000"/>
              </a:schemeClr>
            </a:lnRef>
            <a:fillRef idx="1">
              <a:schemeClr val="dk1"/>
            </a:fillRef>
            <a:effectRef idx="0">
              <a:schemeClr val="dk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5" name="Plus Sign 4">
              <a:extLst>
                <a:ext uri="{FF2B5EF4-FFF2-40B4-BE49-F238E27FC236}">
                  <a16:creationId xmlns:a16="http://schemas.microsoft.com/office/drawing/2014/main" id="{8DB8A448-7E21-D1F0-6FE6-3A2D7B70B680}"/>
                </a:ext>
              </a:extLst>
            </p:cNvPr>
            <p:cNvSpPr/>
            <p:nvPr/>
          </p:nvSpPr>
          <p:spPr>
            <a:xfrm>
              <a:off x="9136417" y="5379335"/>
              <a:ext cx="356135" cy="356135"/>
            </a:xfrm>
            <a:prstGeom prst="mathPlus">
              <a:avLst/>
            </a:prstGeom>
            <a:solidFill>
              <a:srgbClr val="FF0000"/>
            </a:solidFill>
          </p:spPr>
          <p:style>
            <a:lnRef idx="2">
              <a:schemeClr val="accent2">
                <a:shade val="15000"/>
              </a:schemeClr>
            </a:lnRef>
            <a:fillRef idx="1">
              <a:schemeClr val="accent2"/>
            </a:fillRef>
            <a:effectRef idx="0">
              <a:schemeClr val="accent2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6" name="Minus Sign 5">
              <a:extLst>
                <a:ext uri="{FF2B5EF4-FFF2-40B4-BE49-F238E27FC236}">
                  <a16:creationId xmlns:a16="http://schemas.microsoft.com/office/drawing/2014/main" id="{B4D494C5-2D60-C1A7-744C-A764F13026D0}"/>
                </a:ext>
              </a:extLst>
            </p:cNvPr>
            <p:cNvSpPr/>
            <p:nvPr/>
          </p:nvSpPr>
          <p:spPr>
            <a:xfrm>
              <a:off x="9136417" y="6032139"/>
              <a:ext cx="356135" cy="462012"/>
            </a:xfrm>
            <a:prstGeom prst="mathMinus">
              <a:avLst/>
            </a:prstGeom>
          </p:spPr>
          <p:style>
            <a:lnRef idx="2">
              <a:schemeClr val="accent6">
                <a:shade val="15000"/>
              </a:schemeClr>
            </a:lnRef>
            <a:fillRef idx="1">
              <a:schemeClr val="accent6"/>
            </a:fillRef>
            <a:effectRef idx="0">
              <a:schemeClr val="accent6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cxnSp>
        <p:nvCxnSpPr>
          <p:cNvPr id="10" name="Connector: Elbow 9">
            <a:extLst>
              <a:ext uri="{FF2B5EF4-FFF2-40B4-BE49-F238E27FC236}">
                <a16:creationId xmlns:a16="http://schemas.microsoft.com/office/drawing/2014/main" id="{A365837B-C310-F82A-C5F8-31C5E4B61BC4}"/>
              </a:ext>
            </a:extLst>
          </p:cNvPr>
          <p:cNvCxnSpPr>
            <a:cxnSpLocks/>
          </p:cNvCxnSpPr>
          <p:nvPr/>
        </p:nvCxnSpPr>
        <p:spPr>
          <a:xfrm rot="10800000" flipV="1">
            <a:off x="7305572" y="5130725"/>
            <a:ext cx="1335209" cy="654058"/>
          </a:xfrm>
          <a:prstGeom prst="bentConnector3">
            <a:avLst>
              <a:gd name="adj1" fmla="val 101903"/>
            </a:avLst>
          </a:prstGeom>
          <a:ln w="57150"/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17" name="TextBox 16">
            <a:extLst>
              <a:ext uri="{FF2B5EF4-FFF2-40B4-BE49-F238E27FC236}">
                <a16:creationId xmlns:a16="http://schemas.microsoft.com/office/drawing/2014/main" id="{96052A8A-7227-BDC7-0D1A-99CDFB40F62D}"/>
              </a:ext>
            </a:extLst>
          </p:cNvPr>
          <p:cNvSpPr txBox="1"/>
          <p:nvPr/>
        </p:nvSpPr>
        <p:spPr>
          <a:xfrm>
            <a:off x="6795054" y="5807395"/>
            <a:ext cx="1021036" cy="646331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en-US" dirty="0"/>
              <a:t>Chassis Ground</a:t>
            </a:r>
          </a:p>
        </p:txBody>
      </p:sp>
      <p:cxnSp>
        <p:nvCxnSpPr>
          <p:cNvPr id="19" name="Connector: Elbow 18">
            <a:extLst>
              <a:ext uri="{FF2B5EF4-FFF2-40B4-BE49-F238E27FC236}">
                <a16:creationId xmlns:a16="http://schemas.microsoft.com/office/drawing/2014/main" id="{8884A102-BD67-7CDB-32EA-FB6083DEA4C8}"/>
              </a:ext>
            </a:extLst>
          </p:cNvPr>
          <p:cNvCxnSpPr>
            <a:cxnSpLocks/>
          </p:cNvCxnSpPr>
          <p:nvPr/>
        </p:nvCxnSpPr>
        <p:spPr>
          <a:xfrm rot="10800000">
            <a:off x="7228556" y="3776235"/>
            <a:ext cx="1409525" cy="1216377"/>
          </a:xfrm>
          <a:prstGeom prst="bentConnector3">
            <a:avLst>
              <a:gd name="adj1" fmla="val 99167"/>
            </a:avLst>
          </a:prstGeom>
          <a:ln w="57150"/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24" name="Connector: Elbow 23">
            <a:extLst>
              <a:ext uri="{FF2B5EF4-FFF2-40B4-BE49-F238E27FC236}">
                <a16:creationId xmlns:a16="http://schemas.microsoft.com/office/drawing/2014/main" id="{1F2317B7-AB6F-2E78-A085-BB3AB1D2EBD6}"/>
              </a:ext>
            </a:extLst>
          </p:cNvPr>
          <p:cNvCxnSpPr>
            <a:cxnSpLocks/>
            <a:stCxn id="4" idx="3"/>
            <a:endCxn id="84" idx="4"/>
          </p:cNvCxnSpPr>
          <p:nvPr/>
        </p:nvCxnSpPr>
        <p:spPr>
          <a:xfrm flipV="1">
            <a:off x="9492552" y="1801550"/>
            <a:ext cx="302613" cy="2864659"/>
          </a:xfrm>
          <a:prstGeom prst="bentConnector2">
            <a:avLst/>
          </a:prstGeom>
          <a:ln w="57150"/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28" name="TextBox 27">
            <a:extLst>
              <a:ext uri="{FF2B5EF4-FFF2-40B4-BE49-F238E27FC236}">
                <a16:creationId xmlns:a16="http://schemas.microsoft.com/office/drawing/2014/main" id="{D27DCFAB-5D05-295A-1CE8-DE3D1EBA6A83}"/>
              </a:ext>
            </a:extLst>
          </p:cNvPr>
          <p:cNvSpPr txBox="1"/>
          <p:nvPr/>
        </p:nvSpPr>
        <p:spPr>
          <a:xfrm>
            <a:off x="9305628" y="247340"/>
            <a:ext cx="979074" cy="369332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en-US" dirty="0"/>
              <a:t>Engine</a:t>
            </a:r>
          </a:p>
        </p:txBody>
      </p:sp>
      <p:sp>
        <p:nvSpPr>
          <p:cNvPr id="29" name="TextBox 28">
            <a:extLst>
              <a:ext uri="{FF2B5EF4-FFF2-40B4-BE49-F238E27FC236}">
                <a16:creationId xmlns:a16="http://schemas.microsoft.com/office/drawing/2014/main" id="{94954A6F-E1AD-5C87-B1F7-6488A200B31A}"/>
              </a:ext>
            </a:extLst>
          </p:cNvPr>
          <p:cNvSpPr txBox="1"/>
          <p:nvPr/>
        </p:nvSpPr>
        <p:spPr>
          <a:xfrm>
            <a:off x="6530733" y="3377740"/>
            <a:ext cx="1442443" cy="369332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r>
              <a:rPr lang="en-US" dirty="0"/>
              <a:t> Clean Bus -</a:t>
            </a:r>
          </a:p>
        </p:txBody>
      </p:sp>
      <p:sp>
        <p:nvSpPr>
          <p:cNvPr id="47" name="Flowchart: Connector 46">
            <a:extLst>
              <a:ext uri="{FF2B5EF4-FFF2-40B4-BE49-F238E27FC236}">
                <a16:creationId xmlns:a16="http://schemas.microsoft.com/office/drawing/2014/main" id="{10B16D3A-FE4B-CAF0-03A2-DF5960F0DCBB}"/>
              </a:ext>
            </a:extLst>
          </p:cNvPr>
          <p:cNvSpPr/>
          <p:nvPr/>
        </p:nvSpPr>
        <p:spPr>
          <a:xfrm>
            <a:off x="2169679" y="1617992"/>
            <a:ext cx="1098414" cy="981778"/>
          </a:xfrm>
          <a:prstGeom prst="flowChartConnector">
            <a:avLst/>
          </a:prstGeom>
          <a:solidFill>
            <a:schemeClr val="bg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000" dirty="0">
                <a:solidFill>
                  <a:schemeClr val="tx1"/>
                </a:solidFill>
              </a:rPr>
              <a:t>Killswitch</a:t>
            </a:r>
          </a:p>
        </p:txBody>
      </p:sp>
      <p:cxnSp>
        <p:nvCxnSpPr>
          <p:cNvPr id="53" name="Connector: Elbow 52">
            <a:extLst>
              <a:ext uri="{FF2B5EF4-FFF2-40B4-BE49-F238E27FC236}">
                <a16:creationId xmlns:a16="http://schemas.microsoft.com/office/drawing/2014/main" id="{C6A8AFD9-9300-C11D-E9A5-C7E1B2324F9A}"/>
              </a:ext>
            </a:extLst>
          </p:cNvPr>
          <p:cNvCxnSpPr>
            <a:cxnSpLocks/>
            <a:stCxn id="47" idx="4"/>
          </p:cNvCxnSpPr>
          <p:nvPr/>
        </p:nvCxnSpPr>
        <p:spPr>
          <a:xfrm rot="16200000" flipH="1">
            <a:off x="4705081" y="613574"/>
            <a:ext cx="1946806" cy="5919197"/>
          </a:xfrm>
          <a:prstGeom prst="bentConnector2">
            <a:avLst/>
          </a:prstGeom>
          <a:ln w="57150">
            <a:solidFill>
              <a:srgbClr val="FF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4" name="TextBox 53">
            <a:extLst>
              <a:ext uri="{FF2B5EF4-FFF2-40B4-BE49-F238E27FC236}">
                <a16:creationId xmlns:a16="http://schemas.microsoft.com/office/drawing/2014/main" id="{CACDAFF0-9B7E-5733-122F-F2C256B52FD2}"/>
              </a:ext>
            </a:extLst>
          </p:cNvPr>
          <p:cNvSpPr txBox="1"/>
          <p:nvPr/>
        </p:nvSpPr>
        <p:spPr>
          <a:xfrm>
            <a:off x="4923423" y="3378481"/>
            <a:ext cx="1511082" cy="369332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r>
              <a:rPr lang="en-US" dirty="0"/>
              <a:t> Clean Bus+</a:t>
            </a:r>
          </a:p>
        </p:txBody>
      </p:sp>
      <p:cxnSp>
        <p:nvCxnSpPr>
          <p:cNvPr id="55" name="Connector: Elbow 54">
            <a:extLst>
              <a:ext uri="{FF2B5EF4-FFF2-40B4-BE49-F238E27FC236}">
                <a16:creationId xmlns:a16="http://schemas.microsoft.com/office/drawing/2014/main" id="{74A4C096-D255-5A7D-0F73-D42DF33D76F8}"/>
              </a:ext>
            </a:extLst>
          </p:cNvPr>
          <p:cNvCxnSpPr>
            <a:cxnSpLocks/>
            <a:stCxn id="73" idx="2"/>
          </p:cNvCxnSpPr>
          <p:nvPr/>
        </p:nvCxnSpPr>
        <p:spPr>
          <a:xfrm rot="16200000" flipH="1">
            <a:off x="6250620" y="1802807"/>
            <a:ext cx="397068" cy="4418804"/>
          </a:xfrm>
          <a:prstGeom prst="bentConnector2">
            <a:avLst/>
          </a:prstGeom>
          <a:ln w="57150">
            <a:solidFill>
              <a:srgbClr val="FF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0" name="TextBox 59">
            <a:extLst>
              <a:ext uri="{FF2B5EF4-FFF2-40B4-BE49-F238E27FC236}">
                <a16:creationId xmlns:a16="http://schemas.microsoft.com/office/drawing/2014/main" id="{2B3B5207-5955-76F6-78F1-C94750FE1BC6}"/>
              </a:ext>
            </a:extLst>
          </p:cNvPr>
          <p:cNvSpPr txBox="1"/>
          <p:nvPr/>
        </p:nvSpPr>
        <p:spPr>
          <a:xfrm>
            <a:off x="3819936" y="2229690"/>
            <a:ext cx="979074" cy="646331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en-US" dirty="0"/>
              <a:t>Switch Panel</a:t>
            </a:r>
          </a:p>
        </p:txBody>
      </p:sp>
      <p:sp>
        <p:nvSpPr>
          <p:cNvPr id="61" name="TextBox 60">
            <a:extLst>
              <a:ext uri="{FF2B5EF4-FFF2-40B4-BE49-F238E27FC236}">
                <a16:creationId xmlns:a16="http://schemas.microsoft.com/office/drawing/2014/main" id="{4F90CDB4-BDFA-6FF2-AD21-9304CBFE84B5}"/>
              </a:ext>
            </a:extLst>
          </p:cNvPr>
          <p:cNvSpPr txBox="1"/>
          <p:nvPr/>
        </p:nvSpPr>
        <p:spPr>
          <a:xfrm>
            <a:off x="6782563" y="100114"/>
            <a:ext cx="1747303" cy="646331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en-US" dirty="0"/>
              <a:t>Fuse/Relay Box</a:t>
            </a:r>
          </a:p>
          <a:p>
            <a:pPr algn="ctr"/>
            <a:r>
              <a:rPr lang="en-US" dirty="0"/>
              <a:t>Starter</a:t>
            </a:r>
          </a:p>
        </p:txBody>
      </p:sp>
      <p:sp>
        <p:nvSpPr>
          <p:cNvPr id="73" name="Rectangle 72">
            <a:extLst>
              <a:ext uri="{FF2B5EF4-FFF2-40B4-BE49-F238E27FC236}">
                <a16:creationId xmlns:a16="http://schemas.microsoft.com/office/drawing/2014/main" id="{74BF3077-F51A-0C47-0B9E-30D37FB4E4A5}"/>
              </a:ext>
            </a:extLst>
          </p:cNvPr>
          <p:cNvSpPr/>
          <p:nvPr/>
        </p:nvSpPr>
        <p:spPr>
          <a:xfrm>
            <a:off x="3964852" y="3322854"/>
            <a:ext cx="549799" cy="490821"/>
          </a:xfrm>
          <a:prstGeom prst="rect">
            <a:avLst/>
          </a:prstGeom>
          <a:solidFill>
            <a:schemeClr val="bg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800" dirty="0">
                <a:solidFill>
                  <a:schemeClr val="tx1"/>
                </a:solidFill>
              </a:rPr>
              <a:t>30A Relay</a:t>
            </a:r>
          </a:p>
        </p:txBody>
      </p:sp>
      <p:cxnSp>
        <p:nvCxnSpPr>
          <p:cNvPr id="82" name="Connector: Elbow 81">
            <a:extLst>
              <a:ext uri="{FF2B5EF4-FFF2-40B4-BE49-F238E27FC236}">
                <a16:creationId xmlns:a16="http://schemas.microsoft.com/office/drawing/2014/main" id="{9E71452E-E644-639C-67E6-ED810E2F5F4F}"/>
              </a:ext>
            </a:extLst>
          </p:cNvPr>
          <p:cNvCxnSpPr>
            <a:cxnSpLocks/>
            <a:stCxn id="47" idx="6"/>
            <a:endCxn id="36" idx="1"/>
          </p:cNvCxnSpPr>
          <p:nvPr/>
        </p:nvCxnSpPr>
        <p:spPr>
          <a:xfrm flipV="1">
            <a:off x="3268093" y="424449"/>
            <a:ext cx="1264909" cy="1684432"/>
          </a:xfrm>
          <a:prstGeom prst="bentConnector3">
            <a:avLst>
              <a:gd name="adj1" fmla="val 23976"/>
            </a:avLst>
          </a:prstGeom>
          <a:ln w="57150">
            <a:solidFill>
              <a:srgbClr val="FF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4" name="Flowchart: Connector 83">
            <a:extLst>
              <a:ext uri="{FF2B5EF4-FFF2-40B4-BE49-F238E27FC236}">
                <a16:creationId xmlns:a16="http://schemas.microsoft.com/office/drawing/2014/main" id="{56DECAF3-ECB4-CC92-1934-2575D6AF5446}"/>
              </a:ext>
            </a:extLst>
          </p:cNvPr>
          <p:cNvSpPr/>
          <p:nvPr/>
        </p:nvSpPr>
        <p:spPr>
          <a:xfrm>
            <a:off x="9617097" y="1478767"/>
            <a:ext cx="356135" cy="322783"/>
          </a:xfrm>
          <a:prstGeom prst="flowChartConnector">
            <a:avLst/>
          </a:prstGeom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8" name="TextBox 87">
            <a:extLst>
              <a:ext uri="{FF2B5EF4-FFF2-40B4-BE49-F238E27FC236}">
                <a16:creationId xmlns:a16="http://schemas.microsoft.com/office/drawing/2014/main" id="{9F07A302-2F88-E06E-E174-6FA71AF230C0}"/>
              </a:ext>
            </a:extLst>
          </p:cNvPr>
          <p:cNvSpPr txBox="1"/>
          <p:nvPr/>
        </p:nvSpPr>
        <p:spPr>
          <a:xfrm>
            <a:off x="5879670" y="2108881"/>
            <a:ext cx="1170172" cy="923330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en-US" dirty="0"/>
              <a:t>Sensors</a:t>
            </a:r>
          </a:p>
          <a:p>
            <a:pPr algn="ctr"/>
            <a:r>
              <a:rPr lang="en-US" dirty="0"/>
              <a:t>Gauges</a:t>
            </a:r>
            <a:br>
              <a:rPr lang="en-US" dirty="0"/>
            </a:br>
            <a:r>
              <a:rPr lang="en-US" dirty="0"/>
              <a:t>Data Log</a:t>
            </a:r>
          </a:p>
        </p:txBody>
      </p:sp>
      <p:cxnSp>
        <p:nvCxnSpPr>
          <p:cNvPr id="26" name="Straight Connector 25">
            <a:extLst>
              <a:ext uri="{FF2B5EF4-FFF2-40B4-BE49-F238E27FC236}">
                <a16:creationId xmlns:a16="http://schemas.microsoft.com/office/drawing/2014/main" id="{250F3645-3F94-D43B-CA25-666E622786E4}"/>
              </a:ext>
            </a:extLst>
          </p:cNvPr>
          <p:cNvCxnSpPr>
            <a:cxnSpLocks/>
            <a:stCxn id="28" idx="2"/>
          </p:cNvCxnSpPr>
          <p:nvPr/>
        </p:nvCxnSpPr>
        <p:spPr>
          <a:xfrm flipH="1">
            <a:off x="9795164" y="616672"/>
            <a:ext cx="1" cy="940473"/>
          </a:xfrm>
          <a:prstGeom prst="line">
            <a:avLst/>
          </a:prstGeom>
          <a:ln w="57150"/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56" name="Straight Connector 55">
            <a:extLst>
              <a:ext uri="{FF2B5EF4-FFF2-40B4-BE49-F238E27FC236}">
                <a16:creationId xmlns:a16="http://schemas.microsoft.com/office/drawing/2014/main" id="{F0F16B37-F327-D52C-498C-4F93F8E1A1E1}"/>
              </a:ext>
            </a:extLst>
          </p:cNvPr>
          <p:cNvCxnSpPr>
            <a:stCxn id="73" idx="3"/>
            <a:endCxn id="54" idx="1"/>
          </p:cNvCxnSpPr>
          <p:nvPr/>
        </p:nvCxnSpPr>
        <p:spPr>
          <a:xfrm flipV="1">
            <a:off x="4514651" y="3563147"/>
            <a:ext cx="408772" cy="5118"/>
          </a:xfrm>
          <a:prstGeom prst="line">
            <a:avLst/>
          </a:prstGeom>
          <a:ln w="57150">
            <a:solidFill>
              <a:srgbClr val="FF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7" name="TextBox 66">
            <a:extLst>
              <a:ext uri="{FF2B5EF4-FFF2-40B4-BE49-F238E27FC236}">
                <a16:creationId xmlns:a16="http://schemas.microsoft.com/office/drawing/2014/main" id="{C33A91C3-F9A5-B2F2-EB6B-E912C2A14206}"/>
              </a:ext>
            </a:extLst>
          </p:cNvPr>
          <p:cNvSpPr txBox="1"/>
          <p:nvPr/>
        </p:nvSpPr>
        <p:spPr>
          <a:xfrm>
            <a:off x="2977040" y="5968244"/>
            <a:ext cx="1211535" cy="369332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en-US" dirty="0" err="1"/>
              <a:t>Coolsuit</a:t>
            </a:r>
            <a:endParaRPr lang="en-US" dirty="0"/>
          </a:p>
        </p:txBody>
      </p:sp>
      <p:cxnSp>
        <p:nvCxnSpPr>
          <p:cNvPr id="92" name="Straight Connector 91">
            <a:extLst>
              <a:ext uri="{FF2B5EF4-FFF2-40B4-BE49-F238E27FC236}">
                <a16:creationId xmlns:a16="http://schemas.microsoft.com/office/drawing/2014/main" id="{B5EC32A4-114E-3CC0-4B4F-024328513523}"/>
              </a:ext>
            </a:extLst>
          </p:cNvPr>
          <p:cNvCxnSpPr>
            <a:stCxn id="67" idx="3"/>
            <a:endCxn id="17" idx="1"/>
          </p:cNvCxnSpPr>
          <p:nvPr/>
        </p:nvCxnSpPr>
        <p:spPr>
          <a:xfrm flipV="1">
            <a:off x="4188575" y="6130561"/>
            <a:ext cx="2606479" cy="22349"/>
          </a:xfrm>
          <a:prstGeom prst="line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93" name="Rectangle 92">
            <a:extLst>
              <a:ext uri="{FF2B5EF4-FFF2-40B4-BE49-F238E27FC236}">
                <a16:creationId xmlns:a16="http://schemas.microsoft.com/office/drawing/2014/main" id="{1B2AF8A9-1E64-3B9D-0323-DC03AA110FA6}"/>
              </a:ext>
            </a:extLst>
          </p:cNvPr>
          <p:cNvSpPr/>
          <p:nvPr/>
        </p:nvSpPr>
        <p:spPr>
          <a:xfrm>
            <a:off x="7338826" y="3910266"/>
            <a:ext cx="619953" cy="397069"/>
          </a:xfrm>
          <a:prstGeom prst="rect">
            <a:avLst/>
          </a:prstGeom>
          <a:solidFill>
            <a:schemeClr val="bg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800" dirty="0">
                <a:solidFill>
                  <a:schemeClr val="tx1"/>
                </a:solidFill>
              </a:rPr>
              <a:t>30A Breaker</a:t>
            </a:r>
          </a:p>
        </p:txBody>
      </p:sp>
      <p:sp>
        <p:nvSpPr>
          <p:cNvPr id="95" name="Rectangle 94">
            <a:extLst>
              <a:ext uri="{FF2B5EF4-FFF2-40B4-BE49-F238E27FC236}">
                <a16:creationId xmlns:a16="http://schemas.microsoft.com/office/drawing/2014/main" id="{C5B72331-6C9F-BDD6-D2A7-A806A2DAF8EF}"/>
              </a:ext>
            </a:extLst>
          </p:cNvPr>
          <p:cNvSpPr/>
          <p:nvPr/>
        </p:nvSpPr>
        <p:spPr>
          <a:xfrm>
            <a:off x="7969629" y="4359347"/>
            <a:ext cx="546506" cy="397069"/>
          </a:xfrm>
          <a:prstGeom prst="rect">
            <a:avLst/>
          </a:prstGeom>
          <a:solidFill>
            <a:schemeClr val="bg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800" dirty="0">
                <a:solidFill>
                  <a:schemeClr val="tx1"/>
                </a:solidFill>
              </a:rPr>
              <a:t>100A Breaker</a:t>
            </a:r>
          </a:p>
        </p:txBody>
      </p:sp>
      <p:sp>
        <p:nvSpPr>
          <p:cNvPr id="96" name="TextBox 95">
            <a:extLst>
              <a:ext uri="{FF2B5EF4-FFF2-40B4-BE49-F238E27FC236}">
                <a16:creationId xmlns:a16="http://schemas.microsoft.com/office/drawing/2014/main" id="{1EB161B6-DF25-52DC-B6BE-AAFE3C5B921E}"/>
              </a:ext>
            </a:extLst>
          </p:cNvPr>
          <p:cNvSpPr txBox="1"/>
          <p:nvPr/>
        </p:nvSpPr>
        <p:spPr>
          <a:xfrm>
            <a:off x="4876686" y="1493878"/>
            <a:ext cx="1211535" cy="369332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en-US" dirty="0"/>
              <a:t>Defroster</a:t>
            </a:r>
          </a:p>
        </p:txBody>
      </p:sp>
      <p:cxnSp>
        <p:nvCxnSpPr>
          <p:cNvPr id="121" name="Connector: Elbow 120">
            <a:extLst>
              <a:ext uri="{FF2B5EF4-FFF2-40B4-BE49-F238E27FC236}">
                <a16:creationId xmlns:a16="http://schemas.microsoft.com/office/drawing/2014/main" id="{F5CE6FD7-D832-C8D9-A4EC-E089AB500936}"/>
              </a:ext>
            </a:extLst>
          </p:cNvPr>
          <p:cNvCxnSpPr>
            <a:cxnSpLocks/>
            <a:endCxn id="60" idx="0"/>
          </p:cNvCxnSpPr>
          <p:nvPr/>
        </p:nvCxnSpPr>
        <p:spPr>
          <a:xfrm>
            <a:off x="3582808" y="2108881"/>
            <a:ext cx="726665" cy="120809"/>
          </a:xfrm>
          <a:prstGeom prst="bentConnector2">
            <a:avLst/>
          </a:prstGeom>
          <a:ln w="57150">
            <a:solidFill>
              <a:srgbClr val="FF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40" name="Connector: Elbow 139">
            <a:extLst>
              <a:ext uri="{FF2B5EF4-FFF2-40B4-BE49-F238E27FC236}">
                <a16:creationId xmlns:a16="http://schemas.microsoft.com/office/drawing/2014/main" id="{A5E27E13-5A89-D993-0ABD-0AB14075FDFB}"/>
              </a:ext>
            </a:extLst>
          </p:cNvPr>
          <p:cNvCxnSpPr>
            <a:cxnSpLocks/>
            <a:endCxn id="96" idx="1"/>
          </p:cNvCxnSpPr>
          <p:nvPr/>
        </p:nvCxnSpPr>
        <p:spPr>
          <a:xfrm rot="5400000" flipH="1" flipV="1">
            <a:off x="4429272" y="1782276"/>
            <a:ext cx="551145" cy="343683"/>
          </a:xfrm>
          <a:prstGeom prst="bentConnector2">
            <a:avLst/>
          </a:prstGeom>
          <a:ln>
            <a:solidFill>
              <a:srgbClr val="FF0000"/>
            </a:solidFill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42" name="Connector: Elbow 141">
            <a:extLst>
              <a:ext uri="{FF2B5EF4-FFF2-40B4-BE49-F238E27FC236}">
                <a16:creationId xmlns:a16="http://schemas.microsoft.com/office/drawing/2014/main" id="{361A3E78-0738-AD32-CBE9-21BF41F18F85}"/>
              </a:ext>
            </a:extLst>
          </p:cNvPr>
          <p:cNvCxnSpPr>
            <a:cxnSpLocks/>
            <a:stCxn id="67" idx="0"/>
            <a:endCxn id="60" idx="1"/>
          </p:cNvCxnSpPr>
          <p:nvPr/>
        </p:nvCxnSpPr>
        <p:spPr>
          <a:xfrm rot="5400000" flipH="1" flipV="1">
            <a:off x="1993678" y="4141986"/>
            <a:ext cx="3415388" cy="237128"/>
          </a:xfrm>
          <a:prstGeom prst="bentConnector2">
            <a:avLst/>
          </a:prstGeom>
          <a:ln>
            <a:solidFill>
              <a:srgbClr val="FF0000"/>
            </a:solidFill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46" name="Straight Connector 145">
            <a:extLst>
              <a:ext uri="{FF2B5EF4-FFF2-40B4-BE49-F238E27FC236}">
                <a16:creationId xmlns:a16="http://schemas.microsoft.com/office/drawing/2014/main" id="{B51B53C7-A502-8A97-B0AB-C6D2A9193899}"/>
              </a:ext>
            </a:extLst>
          </p:cNvPr>
          <p:cNvCxnSpPr>
            <a:cxnSpLocks/>
            <a:endCxn id="73" idx="0"/>
          </p:cNvCxnSpPr>
          <p:nvPr/>
        </p:nvCxnSpPr>
        <p:spPr>
          <a:xfrm>
            <a:off x="4239752" y="2894741"/>
            <a:ext cx="0" cy="428113"/>
          </a:xfrm>
          <a:prstGeom prst="line">
            <a:avLst/>
          </a:prstGeom>
          <a:ln>
            <a:solidFill>
              <a:srgbClr val="FF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57" name="Connector: Elbow 156">
            <a:extLst>
              <a:ext uri="{FF2B5EF4-FFF2-40B4-BE49-F238E27FC236}">
                <a16:creationId xmlns:a16="http://schemas.microsoft.com/office/drawing/2014/main" id="{BCE5D4BC-0D0A-8896-7632-97A8C43FC1E9}"/>
              </a:ext>
            </a:extLst>
          </p:cNvPr>
          <p:cNvCxnSpPr>
            <a:cxnSpLocks/>
            <a:stCxn id="54" idx="0"/>
            <a:endCxn id="88" idx="1"/>
          </p:cNvCxnSpPr>
          <p:nvPr/>
        </p:nvCxnSpPr>
        <p:spPr>
          <a:xfrm rot="5400000" flipH="1" flipV="1">
            <a:off x="5375350" y="2874161"/>
            <a:ext cx="807935" cy="200706"/>
          </a:xfrm>
          <a:prstGeom prst="bentConnector2">
            <a:avLst/>
          </a:prstGeom>
          <a:ln>
            <a:solidFill>
              <a:srgbClr val="FF0000"/>
            </a:solidFill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59" name="Connector: Elbow 158">
            <a:extLst>
              <a:ext uri="{FF2B5EF4-FFF2-40B4-BE49-F238E27FC236}">
                <a16:creationId xmlns:a16="http://schemas.microsoft.com/office/drawing/2014/main" id="{D9AC6B10-D7A2-E4AA-302F-C5DF1BE6D1C4}"/>
              </a:ext>
            </a:extLst>
          </p:cNvPr>
          <p:cNvCxnSpPr>
            <a:cxnSpLocks/>
            <a:stCxn id="29" idx="0"/>
            <a:endCxn id="88" idx="3"/>
          </p:cNvCxnSpPr>
          <p:nvPr/>
        </p:nvCxnSpPr>
        <p:spPr>
          <a:xfrm rot="16200000" flipV="1">
            <a:off x="6747302" y="2873086"/>
            <a:ext cx="807194" cy="202113"/>
          </a:xfrm>
          <a:prstGeom prst="bentConnector2">
            <a:avLst/>
          </a:prstGeom>
          <a:ln>
            <a:solidFill>
              <a:schemeClr val="tx1"/>
            </a:solidFill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15" name="Rectangle 14">
            <a:extLst>
              <a:ext uri="{FF2B5EF4-FFF2-40B4-BE49-F238E27FC236}">
                <a16:creationId xmlns:a16="http://schemas.microsoft.com/office/drawing/2014/main" id="{440CD2B6-395A-F947-2918-F02DA7C6C52E}"/>
              </a:ext>
            </a:extLst>
          </p:cNvPr>
          <p:cNvSpPr/>
          <p:nvPr/>
        </p:nvSpPr>
        <p:spPr>
          <a:xfrm>
            <a:off x="5570876" y="883739"/>
            <a:ext cx="579312" cy="397069"/>
          </a:xfrm>
          <a:prstGeom prst="rect">
            <a:avLst/>
          </a:prstGeom>
          <a:solidFill>
            <a:schemeClr val="bg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800" dirty="0">
                <a:solidFill>
                  <a:schemeClr val="tx1"/>
                </a:solidFill>
              </a:rPr>
              <a:t>150A Breaker</a:t>
            </a:r>
          </a:p>
        </p:txBody>
      </p:sp>
      <p:sp>
        <p:nvSpPr>
          <p:cNvPr id="34" name="TextBox 33">
            <a:extLst>
              <a:ext uri="{FF2B5EF4-FFF2-40B4-BE49-F238E27FC236}">
                <a16:creationId xmlns:a16="http://schemas.microsoft.com/office/drawing/2014/main" id="{EDBE36EA-C03D-6F88-4605-6AD36DDBC66B}"/>
              </a:ext>
            </a:extLst>
          </p:cNvPr>
          <p:cNvSpPr txBox="1"/>
          <p:nvPr/>
        </p:nvSpPr>
        <p:spPr>
          <a:xfrm>
            <a:off x="6782563" y="897613"/>
            <a:ext cx="1747303" cy="369332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en-US" dirty="0"/>
              <a:t>Alternator</a:t>
            </a:r>
          </a:p>
        </p:txBody>
      </p:sp>
      <p:sp>
        <p:nvSpPr>
          <p:cNvPr id="36" name="TextBox 35">
            <a:extLst>
              <a:ext uri="{FF2B5EF4-FFF2-40B4-BE49-F238E27FC236}">
                <a16:creationId xmlns:a16="http://schemas.microsoft.com/office/drawing/2014/main" id="{6D7326AD-0753-A2C1-4EDB-84BCD2FD00B2}"/>
              </a:ext>
            </a:extLst>
          </p:cNvPr>
          <p:cNvSpPr txBox="1"/>
          <p:nvPr/>
        </p:nvSpPr>
        <p:spPr>
          <a:xfrm>
            <a:off x="4533002" y="239783"/>
            <a:ext cx="1595829" cy="369332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en-US" dirty="0"/>
              <a:t>Dirty Bus +</a:t>
            </a:r>
          </a:p>
        </p:txBody>
      </p:sp>
      <p:cxnSp>
        <p:nvCxnSpPr>
          <p:cNvPr id="59" name="Straight Connector 58">
            <a:extLst>
              <a:ext uri="{FF2B5EF4-FFF2-40B4-BE49-F238E27FC236}">
                <a16:creationId xmlns:a16="http://schemas.microsoft.com/office/drawing/2014/main" id="{17649A8C-0F44-5F55-1BCD-5E5D89836897}"/>
              </a:ext>
            </a:extLst>
          </p:cNvPr>
          <p:cNvCxnSpPr>
            <a:stCxn id="36" idx="3"/>
            <a:endCxn id="61" idx="1"/>
          </p:cNvCxnSpPr>
          <p:nvPr/>
        </p:nvCxnSpPr>
        <p:spPr>
          <a:xfrm flipV="1">
            <a:off x="6128831" y="423280"/>
            <a:ext cx="653732" cy="1169"/>
          </a:xfrm>
          <a:prstGeom prst="line">
            <a:avLst/>
          </a:prstGeom>
          <a:ln w="57150">
            <a:solidFill>
              <a:srgbClr val="FF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4" name="Straight Connector 63">
            <a:extLst>
              <a:ext uri="{FF2B5EF4-FFF2-40B4-BE49-F238E27FC236}">
                <a16:creationId xmlns:a16="http://schemas.microsoft.com/office/drawing/2014/main" id="{F40FBA98-82E9-3389-0B15-025AE664AB18}"/>
              </a:ext>
            </a:extLst>
          </p:cNvPr>
          <p:cNvCxnSpPr>
            <a:stCxn id="34" idx="1"/>
            <a:endCxn id="15" idx="3"/>
          </p:cNvCxnSpPr>
          <p:nvPr/>
        </p:nvCxnSpPr>
        <p:spPr>
          <a:xfrm flipH="1" flipV="1">
            <a:off x="6150188" y="1082274"/>
            <a:ext cx="632375" cy="5"/>
          </a:xfrm>
          <a:prstGeom prst="line">
            <a:avLst/>
          </a:prstGeom>
          <a:ln w="57150">
            <a:solidFill>
              <a:srgbClr val="FF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6" name="Straight Connector 65">
            <a:extLst>
              <a:ext uri="{FF2B5EF4-FFF2-40B4-BE49-F238E27FC236}">
                <a16:creationId xmlns:a16="http://schemas.microsoft.com/office/drawing/2014/main" id="{9C785DDD-96E9-8629-0594-09EE796CB53B}"/>
              </a:ext>
            </a:extLst>
          </p:cNvPr>
          <p:cNvCxnSpPr>
            <a:cxnSpLocks/>
            <a:stCxn id="15" idx="0"/>
          </p:cNvCxnSpPr>
          <p:nvPr/>
        </p:nvCxnSpPr>
        <p:spPr>
          <a:xfrm flipV="1">
            <a:off x="5860532" y="593058"/>
            <a:ext cx="0" cy="290681"/>
          </a:xfrm>
          <a:prstGeom prst="line">
            <a:avLst/>
          </a:prstGeom>
          <a:ln w="57150">
            <a:solidFill>
              <a:srgbClr val="FF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5" name="Straight Connector 74">
            <a:extLst>
              <a:ext uri="{FF2B5EF4-FFF2-40B4-BE49-F238E27FC236}">
                <a16:creationId xmlns:a16="http://schemas.microsoft.com/office/drawing/2014/main" id="{80F6FC46-19C7-3E0C-B08E-B19C0F830045}"/>
              </a:ext>
            </a:extLst>
          </p:cNvPr>
          <p:cNvCxnSpPr>
            <a:cxnSpLocks/>
            <a:stCxn id="96" idx="3"/>
            <a:endCxn id="84" idx="2"/>
          </p:cNvCxnSpPr>
          <p:nvPr/>
        </p:nvCxnSpPr>
        <p:spPr>
          <a:xfrm flipV="1">
            <a:off x="6088221" y="1640159"/>
            <a:ext cx="3528876" cy="38385"/>
          </a:xfrm>
          <a:prstGeom prst="line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86" name="Straight Connector 85">
            <a:extLst>
              <a:ext uri="{FF2B5EF4-FFF2-40B4-BE49-F238E27FC236}">
                <a16:creationId xmlns:a16="http://schemas.microsoft.com/office/drawing/2014/main" id="{2E5E7D1E-DE76-EC98-B08A-7640C06D3FB8}"/>
              </a:ext>
            </a:extLst>
          </p:cNvPr>
          <p:cNvCxnSpPr/>
          <p:nvPr/>
        </p:nvCxnSpPr>
        <p:spPr>
          <a:xfrm flipV="1">
            <a:off x="1373510" y="1368635"/>
            <a:ext cx="10314446" cy="86645"/>
          </a:xfrm>
          <a:prstGeom prst="line">
            <a:avLst/>
          </a:prstGeom>
          <a:ln w="76200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0" name="TextBox 99">
            <a:extLst>
              <a:ext uri="{FF2B5EF4-FFF2-40B4-BE49-F238E27FC236}">
                <a16:creationId xmlns:a16="http://schemas.microsoft.com/office/drawing/2014/main" id="{5CD6ED26-021D-9985-1AAE-ED85F088152F}"/>
              </a:ext>
            </a:extLst>
          </p:cNvPr>
          <p:cNvSpPr txBox="1"/>
          <p:nvPr/>
        </p:nvSpPr>
        <p:spPr>
          <a:xfrm>
            <a:off x="1307800" y="1082273"/>
            <a:ext cx="96090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Firewall</a:t>
            </a:r>
          </a:p>
        </p:txBody>
      </p:sp>
      <p:cxnSp>
        <p:nvCxnSpPr>
          <p:cNvPr id="101" name="Straight Connector 100">
            <a:extLst>
              <a:ext uri="{FF2B5EF4-FFF2-40B4-BE49-F238E27FC236}">
                <a16:creationId xmlns:a16="http://schemas.microsoft.com/office/drawing/2014/main" id="{DFCACE5E-B4F3-66E3-6BA6-A95BE019A3E9}"/>
              </a:ext>
            </a:extLst>
          </p:cNvPr>
          <p:cNvCxnSpPr>
            <a:cxnSpLocks/>
            <a:endCxn id="28" idx="1"/>
          </p:cNvCxnSpPr>
          <p:nvPr/>
        </p:nvCxnSpPr>
        <p:spPr>
          <a:xfrm>
            <a:off x="8516135" y="405838"/>
            <a:ext cx="789493" cy="26168"/>
          </a:xfrm>
          <a:prstGeom prst="line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103" name="Straight Connector 102">
            <a:extLst>
              <a:ext uri="{FF2B5EF4-FFF2-40B4-BE49-F238E27FC236}">
                <a16:creationId xmlns:a16="http://schemas.microsoft.com/office/drawing/2014/main" id="{9C527AEB-868E-97AE-E65C-8FD4F6FC1D27}"/>
              </a:ext>
            </a:extLst>
          </p:cNvPr>
          <p:cNvCxnSpPr>
            <a:cxnSpLocks/>
            <a:endCxn id="28" idx="1"/>
          </p:cNvCxnSpPr>
          <p:nvPr/>
        </p:nvCxnSpPr>
        <p:spPr>
          <a:xfrm flipV="1">
            <a:off x="8529866" y="432006"/>
            <a:ext cx="775762" cy="660521"/>
          </a:xfrm>
          <a:prstGeom prst="line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635623991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Content Placeholder 4" descr="A diagram of a car starter&#10;&#10;AI-generated content may be incorrect.">
            <a:extLst>
              <a:ext uri="{FF2B5EF4-FFF2-40B4-BE49-F238E27FC236}">
                <a16:creationId xmlns:a16="http://schemas.microsoft.com/office/drawing/2014/main" id="{7519C0F8-74CB-B698-F93B-14EEE1378096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015619" y="1472541"/>
            <a:ext cx="6426420" cy="4918179"/>
          </a:xfrm>
        </p:spPr>
      </p:pic>
      <p:sp>
        <p:nvSpPr>
          <p:cNvPr id="6" name="Title 3">
            <a:extLst>
              <a:ext uri="{FF2B5EF4-FFF2-40B4-BE49-F238E27FC236}">
                <a16:creationId xmlns:a16="http://schemas.microsoft.com/office/drawing/2014/main" id="{CF204826-54CA-18EF-246B-94A7EE5DA0F4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838200" y="639459"/>
            <a:ext cx="10515600" cy="705642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en-US" dirty="0"/>
              <a:t>Killswitch</a:t>
            </a:r>
          </a:p>
        </p:txBody>
      </p:sp>
    </p:spTree>
    <p:extLst>
      <p:ext uri="{BB962C8B-B14F-4D97-AF65-F5344CB8AC3E}">
        <p14:creationId xmlns:p14="http://schemas.microsoft.com/office/powerpoint/2010/main" val="1788644809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F4230C16-30B0-05BC-AA4D-E2C9FF7E5A65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838200" y="329499"/>
            <a:ext cx="10515600" cy="1325563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en-US" dirty="0"/>
              <a:t>Switch Panel</a:t>
            </a:r>
          </a:p>
        </p:txBody>
      </p:sp>
      <p:sp>
        <p:nvSpPr>
          <p:cNvPr id="5" name="Oval 4">
            <a:extLst>
              <a:ext uri="{FF2B5EF4-FFF2-40B4-BE49-F238E27FC236}">
                <a16:creationId xmlns:a16="http://schemas.microsoft.com/office/drawing/2014/main" id="{3A0C4285-8D0C-6140-C87C-DB13CB636177}"/>
              </a:ext>
            </a:extLst>
          </p:cNvPr>
          <p:cNvSpPr/>
          <p:nvPr/>
        </p:nvSpPr>
        <p:spPr>
          <a:xfrm>
            <a:off x="3293422" y="2584354"/>
            <a:ext cx="1662545" cy="1689265"/>
          </a:xfrm>
          <a:prstGeom prst="ellipse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Gauges</a:t>
            </a:r>
          </a:p>
        </p:txBody>
      </p:sp>
      <p:sp>
        <p:nvSpPr>
          <p:cNvPr id="6" name="Oval 5">
            <a:extLst>
              <a:ext uri="{FF2B5EF4-FFF2-40B4-BE49-F238E27FC236}">
                <a16:creationId xmlns:a16="http://schemas.microsoft.com/office/drawing/2014/main" id="{371159BC-C855-DC5C-E490-35E0928E67F6}"/>
              </a:ext>
            </a:extLst>
          </p:cNvPr>
          <p:cNvSpPr/>
          <p:nvPr/>
        </p:nvSpPr>
        <p:spPr>
          <a:xfrm>
            <a:off x="8741227" y="2584353"/>
            <a:ext cx="1662545" cy="1689265"/>
          </a:xfrm>
          <a:prstGeom prst="ellipse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Defroster</a:t>
            </a:r>
          </a:p>
        </p:txBody>
      </p:sp>
      <p:sp>
        <p:nvSpPr>
          <p:cNvPr id="7" name="Oval 6">
            <a:extLst>
              <a:ext uri="{FF2B5EF4-FFF2-40B4-BE49-F238E27FC236}">
                <a16:creationId xmlns:a16="http://schemas.microsoft.com/office/drawing/2014/main" id="{22B5670F-7833-DE30-EB37-DBC201B32C5C}"/>
              </a:ext>
            </a:extLst>
          </p:cNvPr>
          <p:cNvSpPr/>
          <p:nvPr/>
        </p:nvSpPr>
        <p:spPr>
          <a:xfrm>
            <a:off x="1477488" y="4951496"/>
            <a:ext cx="1662545" cy="1689265"/>
          </a:xfrm>
          <a:prstGeom prst="ellipse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Rotary Wiper Switch</a:t>
            </a:r>
          </a:p>
        </p:txBody>
      </p:sp>
      <p:sp>
        <p:nvSpPr>
          <p:cNvPr id="8" name="Oval 7">
            <a:extLst>
              <a:ext uri="{FF2B5EF4-FFF2-40B4-BE49-F238E27FC236}">
                <a16:creationId xmlns:a16="http://schemas.microsoft.com/office/drawing/2014/main" id="{76A25321-0167-9D4D-F52B-DB2CF2DE3F57}"/>
              </a:ext>
            </a:extLst>
          </p:cNvPr>
          <p:cNvSpPr/>
          <p:nvPr/>
        </p:nvSpPr>
        <p:spPr>
          <a:xfrm>
            <a:off x="5109357" y="2584353"/>
            <a:ext cx="1662545" cy="1689265"/>
          </a:xfrm>
          <a:prstGeom prst="ellipse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 err="1"/>
              <a:t>CoolSuit</a:t>
            </a:r>
            <a:r>
              <a:rPr lang="en-US" dirty="0"/>
              <a:t> Pump</a:t>
            </a:r>
          </a:p>
        </p:txBody>
      </p:sp>
      <p:sp>
        <p:nvSpPr>
          <p:cNvPr id="9" name="Oval 8">
            <a:extLst>
              <a:ext uri="{FF2B5EF4-FFF2-40B4-BE49-F238E27FC236}">
                <a16:creationId xmlns:a16="http://schemas.microsoft.com/office/drawing/2014/main" id="{C4ECCBCF-883B-1CB4-20AC-482FCAE27653}"/>
              </a:ext>
            </a:extLst>
          </p:cNvPr>
          <p:cNvSpPr/>
          <p:nvPr/>
        </p:nvSpPr>
        <p:spPr>
          <a:xfrm>
            <a:off x="1477487" y="2584355"/>
            <a:ext cx="1662545" cy="1689265"/>
          </a:xfrm>
          <a:prstGeom prst="ellipse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Fans</a:t>
            </a:r>
          </a:p>
        </p:txBody>
      </p:sp>
      <p:sp>
        <p:nvSpPr>
          <p:cNvPr id="10" name="Oval 9">
            <a:extLst>
              <a:ext uri="{FF2B5EF4-FFF2-40B4-BE49-F238E27FC236}">
                <a16:creationId xmlns:a16="http://schemas.microsoft.com/office/drawing/2014/main" id="{26515D59-9661-0F77-92D7-0CEE266B8BCE}"/>
              </a:ext>
            </a:extLst>
          </p:cNvPr>
          <p:cNvSpPr/>
          <p:nvPr/>
        </p:nvSpPr>
        <p:spPr>
          <a:xfrm>
            <a:off x="6925292" y="2584353"/>
            <a:ext cx="1662545" cy="1689265"/>
          </a:xfrm>
          <a:prstGeom prst="ellipse">
            <a:avLst/>
          </a:prstGeom>
          <a:solidFill>
            <a:schemeClr val="accent1">
              <a:lumMod val="60000"/>
              <a:lumOff val="4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Extra Switch</a:t>
            </a:r>
          </a:p>
        </p:txBody>
      </p:sp>
    </p:spTree>
    <p:extLst>
      <p:ext uri="{BB962C8B-B14F-4D97-AF65-F5344CB8AC3E}">
        <p14:creationId xmlns:p14="http://schemas.microsoft.com/office/powerpoint/2010/main" val="3362445324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3C207B8-973D-FDE1-5873-13ADA8F6391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4B9148AA-A74C-88BB-FA60-28E2FA80E227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838200" y="639459"/>
            <a:ext cx="10515600" cy="705642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en-US" dirty="0"/>
              <a:t>Gauges</a:t>
            </a:r>
          </a:p>
        </p:txBody>
      </p:sp>
      <p:sp>
        <p:nvSpPr>
          <p:cNvPr id="5" name="Oval 4">
            <a:extLst>
              <a:ext uri="{FF2B5EF4-FFF2-40B4-BE49-F238E27FC236}">
                <a16:creationId xmlns:a16="http://schemas.microsoft.com/office/drawing/2014/main" id="{4B586A5D-8B66-B372-B999-2E0EFECBAF48}"/>
              </a:ext>
            </a:extLst>
          </p:cNvPr>
          <p:cNvSpPr/>
          <p:nvPr/>
        </p:nvSpPr>
        <p:spPr>
          <a:xfrm>
            <a:off x="6060868" y="2774043"/>
            <a:ext cx="1662545" cy="1689265"/>
          </a:xfrm>
          <a:prstGeom prst="ellipse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 err="1"/>
              <a:t>Glowshift</a:t>
            </a:r>
            <a:r>
              <a:rPr lang="en-US" dirty="0"/>
              <a:t> Oil Temp</a:t>
            </a:r>
          </a:p>
        </p:txBody>
      </p:sp>
      <p:sp>
        <p:nvSpPr>
          <p:cNvPr id="8" name="Oval 7">
            <a:extLst>
              <a:ext uri="{FF2B5EF4-FFF2-40B4-BE49-F238E27FC236}">
                <a16:creationId xmlns:a16="http://schemas.microsoft.com/office/drawing/2014/main" id="{3795687D-4165-21C3-D21E-9E2DD46EE230}"/>
              </a:ext>
            </a:extLst>
          </p:cNvPr>
          <p:cNvSpPr/>
          <p:nvPr/>
        </p:nvSpPr>
        <p:spPr>
          <a:xfrm>
            <a:off x="8325592" y="2774041"/>
            <a:ext cx="1662545" cy="1689265"/>
          </a:xfrm>
          <a:prstGeom prst="ellipse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AEM AFR</a:t>
            </a:r>
          </a:p>
        </p:txBody>
      </p:sp>
      <p:sp>
        <p:nvSpPr>
          <p:cNvPr id="9" name="Oval 8">
            <a:extLst>
              <a:ext uri="{FF2B5EF4-FFF2-40B4-BE49-F238E27FC236}">
                <a16:creationId xmlns:a16="http://schemas.microsoft.com/office/drawing/2014/main" id="{B260158A-2F75-6A69-38BE-B85D41DB868F}"/>
              </a:ext>
            </a:extLst>
          </p:cNvPr>
          <p:cNvSpPr/>
          <p:nvPr/>
        </p:nvSpPr>
        <p:spPr>
          <a:xfrm>
            <a:off x="3796144" y="2774042"/>
            <a:ext cx="1662545" cy="1689265"/>
          </a:xfrm>
          <a:prstGeom prst="ellipse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 err="1"/>
              <a:t>Glowshift</a:t>
            </a:r>
            <a:r>
              <a:rPr lang="en-US" dirty="0"/>
              <a:t> Oil Pressure</a:t>
            </a:r>
          </a:p>
        </p:txBody>
      </p:sp>
      <p:sp>
        <p:nvSpPr>
          <p:cNvPr id="3" name="Oval 2">
            <a:extLst>
              <a:ext uri="{FF2B5EF4-FFF2-40B4-BE49-F238E27FC236}">
                <a16:creationId xmlns:a16="http://schemas.microsoft.com/office/drawing/2014/main" id="{5DC63EC7-302E-D9A7-A2BD-EA40645F60FA}"/>
              </a:ext>
            </a:extLst>
          </p:cNvPr>
          <p:cNvSpPr/>
          <p:nvPr/>
        </p:nvSpPr>
        <p:spPr>
          <a:xfrm>
            <a:off x="1613277" y="4174461"/>
            <a:ext cx="308758" cy="285008"/>
          </a:xfrm>
          <a:prstGeom prst="ellipse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Oval 10">
            <a:extLst>
              <a:ext uri="{FF2B5EF4-FFF2-40B4-BE49-F238E27FC236}">
                <a16:creationId xmlns:a16="http://schemas.microsoft.com/office/drawing/2014/main" id="{ADD741AA-B2E1-31EF-8201-D78F95D15A8F}"/>
              </a:ext>
            </a:extLst>
          </p:cNvPr>
          <p:cNvSpPr/>
          <p:nvPr/>
        </p:nvSpPr>
        <p:spPr>
          <a:xfrm>
            <a:off x="1618225" y="3324001"/>
            <a:ext cx="308758" cy="285008"/>
          </a:xfrm>
          <a:prstGeom prst="ellipse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13" name="Straight Connector 12">
            <a:extLst>
              <a:ext uri="{FF2B5EF4-FFF2-40B4-BE49-F238E27FC236}">
                <a16:creationId xmlns:a16="http://schemas.microsoft.com/office/drawing/2014/main" id="{F37D5B82-9604-0393-AE11-F8B52CEDE0F8}"/>
              </a:ext>
            </a:extLst>
          </p:cNvPr>
          <p:cNvCxnSpPr/>
          <p:nvPr/>
        </p:nvCxnSpPr>
        <p:spPr>
          <a:xfrm>
            <a:off x="1767656" y="3466505"/>
            <a:ext cx="620485" cy="850460"/>
          </a:xfrm>
          <a:prstGeom prst="line">
            <a:avLst/>
          </a:prstGeom>
          <a:ln w="76200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grpSp>
        <p:nvGrpSpPr>
          <p:cNvPr id="16" name="Group 15">
            <a:extLst>
              <a:ext uri="{FF2B5EF4-FFF2-40B4-BE49-F238E27FC236}">
                <a16:creationId xmlns:a16="http://schemas.microsoft.com/office/drawing/2014/main" id="{64194E97-AF0D-CD61-3DF2-EF9E9DCF3A23}"/>
              </a:ext>
            </a:extLst>
          </p:cNvPr>
          <p:cNvGrpSpPr/>
          <p:nvPr/>
        </p:nvGrpSpPr>
        <p:grpSpPr>
          <a:xfrm rot="16200000">
            <a:off x="1658492" y="5874707"/>
            <a:ext cx="851770" cy="1114816"/>
            <a:chOff x="8888600" y="5379335"/>
            <a:chExt cx="851770" cy="1114816"/>
          </a:xfrm>
        </p:grpSpPr>
        <p:sp>
          <p:nvSpPr>
            <p:cNvPr id="17" name="Rectangle 16">
              <a:extLst>
                <a:ext uri="{FF2B5EF4-FFF2-40B4-BE49-F238E27FC236}">
                  <a16:creationId xmlns:a16="http://schemas.microsoft.com/office/drawing/2014/main" id="{4DAA0426-AC0B-D142-86E5-4F7275BA0D86}"/>
                </a:ext>
              </a:extLst>
            </p:cNvPr>
            <p:cNvSpPr/>
            <p:nvPr/>
          </p:nvSpPr>
          <p:spPr>
            <a:xfrm>
              <a:off x="8888600" y="5379335"/>
              <a:ext cx="851770" cy="1114816"/>
            </a:xfrm>
            <a:prstGeom prst="rect">
              <a:avLst/>
            </a:prstGeom>
          </p:spPr>
          <p:style>
            <a:lnRef idx="2">
              <a:schemeClr val="dk1">
                <a:shade val="15000"/>
              </a:schemeClr>
            </a:lnRef>
            <a:fillRef idx="1">
              <a:schemeClr val="dk1"/>
            </a:fillRef>
            <a:effectRef idx="0">
              <a:schemeClr val="dk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18" name="Plus Sign 17">
              <a:extLst>
                <a:ext uri="{FF2B5EF4-FFF2-40B4-BE49-F238E27FC236}">
                  <a16:creationId xmlns:a16="http://schemas.microsoft.com/office/drawing/2014/main" id="{35407ED5-88EA-EC34-4BA3-15CA1301BC97}"/>
                </a:ext>
              </a:extLst>
            </p:cNvPr>
            <p:cNvSpPr/>
            <p:nvPr/>
          </p:nvSpPr>
          <p:spPr>
            <a:xfrm>
              <a:off x="9136417" y="5379335"/>
              <a:ext cx="356135" cy="356135"/>
            </a:xfrm>
            <a:prstGeom prst="mathPlus">
              <a:avLst/>
            </a:prstGeom>
            <a:solidFill>
              <a:srgbClr val="FF0000"/>
            </a:solidFill>
          </p:spPr>
          <p:style>
            <a:lnRef idx="2">
              <a:schemeClr val="accent2">
                <a:shade val="15000"/>
              </a:schemeClr>
            </a:lnRef>
            <a:fillRef idx="1">
              <a:schemeClr val="accent2"/>
            </a:fillRef>
            <a:effectRef idx="0">
              <a:schemeClr val="accent2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9" name="Minus Sign 18">
              <a:extLst>
                <a:ext uri="{FF2B5EF4-FFF2-40B4-BE49-F238E27FC236}">
                  <a16:creationId xmlns:a16="http://schemas.microsoft.com/office/drawing/2014/main" id="{5B7D4DD5-0B94-32DD-5C41-5ABCCC9A6C0C}"/>
                </a:ext>
              </a:extLst>
            </p:cNvPr>
            <p:cNvSpPr/>
            <p:nvPr/>
          </p:nvSpPr>
          <p:spPr>
            <a:xfrm>
              <a:off x="9136417" y="6032139"/>
              <a:ext cx="356135" cy="462012"/>
            </a:xfrm>
            <a:prstGeom prst="mathMinus">
              <a:avLst/>
            </a:prstGeom>
          </p:spPr>
          <p:style>
            <a:lnRef idx="2">
              <a:schemeClr val="accent6">
                <a:shade val="15000"/>
              </a:schemeClr>
            </a:lnRef>
            <a:fillRef idx="1">
              <a:schemeClr val="accent6"/>
            </a:fillRef>
            <a:effectRef idx="0">
              <a:schemeClr val="accent6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sp>
        <p:nvSpPr>
          <p:cNvPr id="20" name="Rectangle 19">
            <a:extLst>
              <a:ext uri="{FF2B5EF4-FFF2-40B4-BE49-F238E27FC236}">
                <a16:creationId xmlns:a16="http://schemas.microsoft.com/office/drawing/2014/main" id="{91A83FEA-48E1-E23F-C31A-51AC7253953E}"/>
              </a:ext>
            </a:extLst>
          </p:cNvPr>
          <p:cNvSpPr/>
          <p:nvPr/>
        </p:nvSpPr>
        <p:spPr>
          <a:xfrm>
            <a:off x="1479617" y="5135682"/>
            <a:ext cx="549799" cy="490821"/>
          </a:xfrm>
          <a:prstGeom prst="rect">
            <a:avLst/>
          </a:prstGeom>
          <a:solidFill>
            <a:schemeClr val="bg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800" dirty="0">
                <a:solidFill>
                  <a:schemeClr val="tx1"/>
                </a:solidFill>
              </a:rPr>
              <a:t>30A Relay</a:t>
            </a:r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22B46CB5-2B7E-0C52-F7D5-883C6FB2E01E}"/>
              </a:ext>
            </a:extLst>
          </p:cNvPr>
          <p:cNvSpPr txBox="1"/>
          <p:nvPr/>
        </p:nvSpPr>
        <p:spPr>
          <a:xfrm>
            <a:off x="777348" y="2950831"/>
            <a:ext cx="255106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“Electronics” Switch</a:t>
            </a:r>
          </a:p>
        </p:txBody>
      </p:sp>
      <p:cxnSp>
        <p:nvCxnSpPr>
          <p:cNvPr id="23" name="Straight Connector 22">
            <a:extLst>
              <a:ext uri="{FF2B5EF4-FFF2-40B4-BE49-F238E27FC236}">
                <a16:creationId xmlns:a16="http://schemas.microsoft.com/office/drawing/2014/main" id="{4726AE03-3360-DF3F-E073-9076DAD64712}"/>
              </a:ext>
            </a:extLst>
          </p:cNvPr>
          <p:cNvCxnSpPr>
            <a:cxnSpLocks/>
            <a:endCxn id="20" idx="2"/>
          </p:cNvCxnSpPr>
          <p:nvPr/>
        </p:nvCxnSpPr>
        <p:spPr>
          <a:xfrm flipV="1">
            <a:off x="1754516" y="5626503"/>
            <a:ext cx="1" cy="359639"/>
          </a:xfrm>
          <a:prstGeom prst="line">
            <a:avLst/>
          </a:prstGeom>
          <a:ln w="57150">
            <a:solidFill>
              <a:srgbClr val="FF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7" name="Connector: Elbow 26">
            <a:extLst>
              <a:ext uri="{FF2B5EF4-FFF2-40B4-BE49-F238E27FC236}">
                <a16:creationId xmlns:a16="http://schemas.microsoft.com/office/drawing/2014/main" id="{695C08F8-9DC4-E127-AA13-4BBA4BE3776F}"/>
              </a:ext>
            </a:extLst>
          </p:cNvPr>
          <p:cNvCxnSpPr>
            <a:stCxn id="20" idx="3"/>
            <a:endCxn id="9" idx="4"/>
          </p:cNvCxnSpPr>
          <p:nvPr/>
        </p:nvCxnSpPr>
        <p:spPr>
          <a:xfrm flipV="1">
            <a:off x="2029416" y="4463307"/>
            <a:ext cx="2598001" cy="917786"/>
          </a:xfrm>
          <a:prstGeom prst="bentConnector2">
            <a:avLst/>
          </a:prstGeom>
          <a:ln w="57150">
            <a:solidFill>
              <a:srgbClr val="FF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0" name="Connector: Elbow 29">
            <a:extLst>
              <a:ext uri="{FF2B5EF4-FFF2-40B4-BE49-F238E27FC236}">
                <a16:creationId xmlns:a16="http://schemas.microsoft.com/office/drawing/2014/main" id="{AEA31C92-4579-1B87-002F-FE9E30DDEF42}"/>
              </a:ext>
            </a:extLst>
          </p:cNvPr>
          <p:cNvCxnSpPr>
            <a:stCxn id="5" idx="4"/>
          </p:cNvCxnSpPr>
          <p:nvPr/>
        </p:nvCxnSpPr>
        <p:spPr>
          <a:xfrm rot="5400000">
            <a:off x="5306202" y="3784523"/>
            <a:ext cx="907154" cy="2264725"/>
          </a:xfrm>
          <a:prstGeom prst="bentConnector2">
            <a:avLst/>
          </a:prstGeom>
          <a:ln w="57150">
            <a:solidFill>
              <a:srgbClr val="FF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4" name="Connector: Elbow 33">
            <a:extLst>
              <a:ext uri="{FF2B5EF4-FFF2-40B4-BE49-F238E27FC236}">
                <a16:creationId xmlns:a16="http://schemas.microsoft.com/office/drawing/2014/main" id="{CC1E80C9-C2FE-969A-D8A9-3A729EB2983D}"/>
              </a:ext>
            </a:extLst>
          </p:cNvPr>
          <p:cNvCxnSpPr>
            <a:stCxn id="8" idx="4"/>
          </p:cNvCxnSpPr>
          <p:nvPr/>
        </p:nvCxnSpPr>
        <p:spPr>
          <a:xfrm rot="5400000">
            <a:off x="7570925" y="3784522"/>
            <a:ext cx="907156" cy="2264725"/>
          </a:xfrm>
          <a:prstGeom prst="bentConnector2">
            <a:avLst/>
          </a:prstGeom>
          <a:ln w="57150">
            <a:solidFill>
              <a:srgbClr val="FF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5" name="Straight Connector 34">
            <a:extLst>
              <a:ext uri="{FF2B5EF4-FFF2-40B4-BE49-F238E27FC236}">
                <a16:creationId xmlns:a16="http://schemas.microsoft.com/office/drawing/2014/main" id="{F8010302-A971-77C0-A084-9535DCF4004B}"/>
              </a:ext>
            </a:extLst>
          </p:cNvPr>
          <p:cNvCxnSpPr>
            <a:cxnSpLocks/>
            <a:stCxn id="20" idx="0"/>
          </p:cNvCxnSpPr>
          <p:nvPr/>
        </p:nvCxnSpPr>
        <p:spPr>
          <a:xfrm flipV="1">
            <a:off x="1754517" y="4427726"/>
            <a:ext cx="10108" cy="707956"/>
          </a:xfrm>
          <a:prstGeom prst="line">
            <a:avLst/>
          </a:prstGeom>
          <a:ln w="57150">
            <a:solidFill>
              <a:srgbClr val="FF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9" name="TextBox 38">
            <a:extLst>
              <a:ext uri="{FF2B5EF4-FFF2-40B4-BE49-F238E27FC236}">
                <a16:creationId xmlns:a16="http://schemas.microsoft.com/office/drawing/2014/main" id="{F3002A50-090A-D2D6-71EE-2A9A7C45BA16}"/>
              </a:ext>
            </a:extLst>
          </p:cNvPr>
          <p:cNvSpPr txBox="1"/>
          <p:nvPr/>
        </p:nvSpPr>
        <p:spPr>
          <a:xfrm>
            <a:off x="2572875" y="5196428"/>
            <a:ext cx="1511082" cy="369332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r>
              <a:rPr lang="en-US" dirty="0"/>
              <a:t> Clean Bus+</a:t>
            </a:r>
          </a:p>
        </p:txBody>
      </p:sp>
      <p:sp>
        <p:nvSpPr>
          <p:cNvPr id="41" name="TextBox 40">
            <a:extLst>
              <a:ext uri="{FF2B5EF4-FFF2-40B4-BE49-F238E27FC236}">
                <a16:creationId xmlns:a16="http://schemas.microsoft.com/office/drawing/2014/main" id="{1FA059AD-A25D-76E7-0FF0-6D0A9999A214}"/>
              </a:ext>
            </a:extLst>
          </p:cNvPr>
          <p:cNvSpPr txBox="1"/>
          <p:nvPr/>
        </p:nvSpPr>
        <p:spPr>
          <a:xfrm>
            <a:off x="5458689" y="5889050"/>
            <a:ext cx="1511082" cy="369332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r>
              <a:rPr lang="en-US" dirty="0"/>
              <a:t> Clean Bus+</a:t>
            </a:r>
          </a:p>
        </p:txBody>
      </p:sp>
      <p:cxnSp>
        <p:nvCxnSpPr>
          <p:cNvPr id="43" name="Straight Connector 42">
            <a:extLst>
              <a:ext uri="{FF2B5EF4-FFF2-40B4-BE49-F238E27FC236}">
                <a16:creationId xmlns:a16="http://schemas.microsoft.com/office/drawing/2014/main" id="{C1D3E75C-DC12-6104-94DC-D25C8BF8654E}"/>
              </a:ext>
            </a:extLst>
          </p:cNvPr>
          <p:cNvCxnSpPr>
            <a:endCxn id="41" idx="0"/>
          </p:cNvCxnSpPr>
          <p:nvPr/>
        </p:nvCxnSpPr>
        <p:spPr>
          <a:xfrm>
            <a:off x="4963886" y="4427726"/>
            <a:ext cx="1250344" cy="1461324"/>
          </a:xfrm>
          <a:prstGeom prst="line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44" name="Straight Connector 43">
            <a:extLst>
              <a:ext uri="{FF2B5EF4-FFF2-40B4-BE49-F238E27FC236}">
                <a16:creationId xmlns:a16="http://schemas.microsoft.com/office/drawing/2014/main" id="{E0A67B7B-3AA8-8EFD-5D4A-3E7E0BD1995A}"/>
              </a:ext>
            </a:extLst>
          </p:cNvPr>
          <p:cNvCxnSpPr>
            <a:cxnSpLocks/>
            <a:endCxn id="41" idx="0"/>
          </p:cNvCxnSpPr>
          <p:nvPr/>
        </p:nvCxnSpPr>
        <p:spPr>
          <a:xfrm flipH="1">
            <a:off x="6214230" y="4459469"/>
            <a:ext cx="639375" cy="1429581"/>
          </a:xfrm>
          <a:prstGeom prst="line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46" name="Straight Connector 45">
            <a:extLst>
              <a:ext uri="{FF2B5EF4-FFF2-40B4-BE49-F238E27FC236}">
                <a16:creationId xmlns:a16="http://schemas.microsoft.com/office/drawing/2014/main" id="{D2A39B99-9D02-0F06-87FF-121EC363F0BA}"/>
              </a:ext>
            </a:extLst>
          </p:cNvPr>
          <p:cNvCxnSpPr>
            <a:cxnSpLocks/>
            <a:stCxn id="8" idx="4"/>
          </p:cNvCxnSpPr>
          <p:nvPr/>
        </p:nvCxnSpPr>
        <p:spPr>
          <a:xfrm flipH="1">
            <a:off x="6201932" y="4463306"/>
            <a:ext cx="2954933" cy="1457487"/>
          </a:xfrm>
          <a:prstGeom prst="line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48" name="Straight Connector 47">
            <a:extLst>
              <a:ext uri="{FF2B5EF4-FFF2-40B4-BE49-F238E27FC236}">
                <a16:creationId xmlns:a16="http://schemas.microsoft.com/office/drawing/2014/main" id="{B56EA119-86A0-70D6-0566-71EE525D0CD9}"/>
              </a:ext>
            </a:extLst>
          </p:cNvPr>
          <p:cNvCxnSpPr>
            <a:cxnSpLocks/>
            <a:stCxn id="41" idx="1"/>
            <a:endCxn id="17" idx="2"/>
          </p:cNvCxnSpPr>
          <p:nvPr/>
        </p:nvCxnSpPr>
        <p:spPr>
          <a:xfrm flipH="1">
            <a:off x="2641785" y="6073716"/>
            <a:ext cx="2816904" cy="358399"/>
          </a:xfrm>
          <a:prstGeom prst="line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51" name="Rectangle 50">
            <a:extLst>
              <a:ext uri="{FF2B5EF4-FFF2-40B4-BE49-F238E27FC236}">
                <a16:creationId xmlns:a16="http://schemas.microsoft.com/office/drawing/2014/main" id="{D526FDB1-B4EE-50F9-B768-40DE912B8F0F}"/>
              </a:ext>
            </a:extLst>
          </p:cNvPr>
          <p:cNvSpPr/>
          <p:nvPr/>
        </p:nvSpPr>
        <p:spPr>
          <a:xfrm>
            <a:off x="4779077" y="1720245"/>
            <a:ext cx="2327564" cy="505807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Oil Cooler Sandwich Plate 1/8 NPT</a:t>
            </a:r>
          </a:p>
        </p:txBody>
      </p:sp>
      <p:sp>
        <p:nvSpPr>
          <p:cNvPr id="52" name="Rectangle 51">
            <a:extLst>
              <a:ext uri="{FF2B5EF4-FFF2-40B4-BE49-F238E27FC236}">
                <a16:creationId xmlns:a16="http://schemas.microsoft.com/office/drawing/2014/main" id="{C573FC2F-7AF5-943E-0BD2-84857246F160}"/>
              </a:ext>
            </a:extLst>
          </p:cNvPr>
          <p:cNvSpPr/>
          <p:nvPr/>
        </p:nvSpPr>
        <p:spPr>
          <a:xfrm>
            <a:off x="7121432" y="1530761"/>
            <a:ext cx="1236078" cy="863932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GS Temp Sensor</a:t>
            </a:r>
          </a:p>
        </p:txBody>
      </p:sp>
      <p:sp>
        <p:nvSpPr>
          <p:cNvPr id="53" name="Rectangle 52">
            <a:extLst>
              <a:ext uri="{FF2B5EF4-FFF2-40B4-BE49-F238E27FC236}">
                <a16:creationId xmlns:a16="http://schemas.microsoft.com/office/drawing/2014/main" id="{20F72C55-B093-6336-CE10-06B9C1399995}"/>
              </a:ext>
            </a:extLst>
          </p:cNvPr>
          <p:cNvSpPr/>
          <p:nvPr/>
        </p:nvSpPr>
        <p:spPr>
          <a:xfrm>
            <a:off x="3316541" y="1609906"/>
            <a:ext cx="1447745" cy="705643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GS Pressure Sensor</a:t>
            </a:r>
          </a:p>
        </p:txBody>
      </p:sp>
      <p:cxnSp>
        <p:nvCxnSpPr>
          <p:cNvPr id="54" name="Straight Connector 53">
            <a:extLst>
              <a:ext uri="{FF2B5EF4-FFF2-40B4-BE49-F238E27FC236}">
                <a16:creationId xmlns:a16="http://schemas.microsoft.com/office/drawing/2014/main" id="{7841E900-FA3B-F644-D752-065A75706509}"/>
              </a:ext>
            </a:extLst>
          </p:cNvPr>
          <p:cNvCxnSpPr>
            <a:cxnSpLocks/>
            <a:stCxn id="52" idx="2"/>
          </p:cNvCxnSpPr>
          <p:nvPr/>
        </p:nvCxnSpPr>
        <p:spPr>
          <a:xfrm flipH="1">
            <a:off x="7121432" y="2394693"/>
            <a:ext cx="618039" cy="407895"/>
          </a:xfrm>
          <a:prstGeom prst="line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56" name="Straight Connector 55">
            <a:extLst>
              <a:ext uri="{FF2B5EF4-FFF2-40B4-BE49-F238E27FC236}">
                <a16:creationId xmlns:a16="http://schemas.microsoft.com/office/drawing/2014/main" id="{8433B9E0-F4C4-BAFB-8BC3-7ED5F304B552}"/>
              </a:ext>
            </a:extLst>
          </p:cNvPr>
          <p:cNvCxnSpPr>
            <a:cxnSpLocks/>
            <a:stCxn id="53" idx="2"/>
          </p:cNvCxnSpPr>
          <p:nvPr/>
        </p:nvCxnSpPr>
        <p:spPr>
          <a:xfrm>
            <a:off x="4040414" y="2315549"/>
            <a:ext cx="305433" cy="526520"/>
          </a:xfrm>
          <a:prstGeom prst="line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58" name="Rectangle 57">
            <a:extLst>
              <a:ext uri="{FF2B5EF4-FFF2-40B4-BE49-F238E27FC236}">
                <a16:creationId xmlns:a16="http://schemas.microsoft.com/office/drawing/2014/main" id="{631F2E30-DC04-EA19-781E-B1528C9FD573}"/>
              </a:ext>
            </a:extLst>
          </p:cNvPr>
          <p:cNvSpPr/>
          <p:nvPr/>
        </p:nvSpPr>
        <p:spPr>
          <a:xfrm>
            <a:off x="9478578" y="1592001"/>
            <a:ext cx="1236078" cy="863932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Wideband O2</a:t>
            </a:r>
          </a:p>
        </p:txBody>
      </p:sp>
    </p:spTree>
    <p:extLst>
      <p:ext uri="{BB962C8B-B14F-4D97-AF65-F5344CB8AC3E}">
        <p14:creationId xmlns:p14="http://schemas.microsoft.com/office/powerpoint/2010/main" val="1689533194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268</TotalTime>
  <Words>89</Words>
  <Application>Microsoft Office PowerPoint</Application>
  <PresentationFormat>Widescreen</PresentationFormat>
  <Paragraphs>39</Paragraphs>
  <Slides>4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4</vt:i4>
      </vt:variant>
    </vt:vector>
  </HeadingPairs>
  <TitlesOfParts>
    <vt:vector size="8" baseType="lpstr">
      <vt:lpstr>Aptos</vt:lpstr>
      <vt:lpstr>Aptos Display</vt:lpstr>
      <vt:lpstr>Arial</vt:lpstr>
      <vt:lpstr>Office Theme</vt:lpstr>
      <vt:lpstr>PowerPoint Presentation</vt:lpstr>
      <vt:lpstr>Killswitch</vt:lpstr>
      <vt:lpstr>Switch Panel</vt:lpstr>
      <vt:lpstr>Gauges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Julian Favetto</dc:creator>
  <cp:lastModifiedBy>Julian Favetto</cp:lastModifiedBy>
  <cp:revision>6</cp:revision>
  <dcterms:created xsi:type="dcterms:W3CDTF">2025-01-25T15:39:41Z</dcterms:created>
  <dcterms:modified xsi:type="dcterms:W3CDTF">2025-08-25T22:10:07Z</dcterms:modified>
</cp:coreProperties>
</file>